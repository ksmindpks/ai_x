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23"/>
  </p:notesMasterIdLst>
  <p:sldIdLst>
    <p:sldId id="256" r:id="rId2"/>
    <p:sldId id="257" r:id="rId3"/>
    <p:sldId id="265" r:id="rId4"/>
    <p:sldId id="258" r:id="rId5"/>
    <p:sldId id="276" r:id="rId6"/>
    <p:sldId id="259" r:id="rId7"/>
    <p:sldId id="268" r:id="rId8"/>
    <p:sldId id="269" r:id="rId9"/>
    <p:sldId id="260" r:id="rId10"/>
    <p:sldId id="261" r:id="rId11"/>
    <p:sldId id="263" r:id="rId12"/>
    <p:sldId id="267" r:id="rId13"/>
    <p:sldId id="270" r:id="rId14"/>
    <p:sldId id="271" r:id="rId15"/>
    <p:sldId id="272" r:id="rId16"/>
    <p:sldId id="273" r:id="rId17"/>
    <p:sldId id="264" r:id="rId18"/>
    <p:sldId id="266" r:id="rId19"/>
    <p:sldId id="274" r:id="rId20"/>
    <p:sldId id="262" r:id="rId21"/>
    <p:sldId id="275" r:id="rId22"/>
  </p:sldIdLst>
  <p:sldSz cx="18288000" cy="10287000"/>
  <p:notesSz cx="6858000" cy="9144000"/>
  <p:embeddedFontLst>
    <p:embeddedFont>
      <p:font typeface="Hakgyoansim Chulseokbu TTF B" panose="020B0600000101010101" charset="-127"/>
      <p:bold r:id="rId24"/>
    </p:embeddedFont>
    <p:embeddedFont>
      <p:font typeface="Hakgyoansim Chulseokbu TTF L" panose="020B0600000101010101" charset="-127"/>
      <p:regular r:id="rId25"/>
    </p:embeddedFont>
    <p:embeddedFont>
      <p:font typeface="Pretendard Bold" panose="020B0600000101010101" charset="-127"/>
      <p:bold r:id="rId26"/>
    </p:embeddedFont>
    <p:embeddedFont>
      <p:font typeface="Pretendard Light" panose="020B0600000101010101" charset="-127"/>
      <p:regular r:id="rId27"/>
    </p:embeddedFont>
    <p:embeddedFont>
      <p:font typeface="Pretendard Medium" panose="020B0600000101010101" charset="-127"/>
      <p:bold r:id="rId28"/>
    </p:embeddedFont>
    <p:embeddedFont>
      <p:font typeface="Pretendard SemiBold" panose="020B0600000101010101" charset="-127"/>
      <p:bold r:id="rId29"/>
    </p:embeddedFont>
    <p:embeddedFont>
      <p:font typeface="맑은 고딕" panose="020B0503020000020004" pitchFamily="50" charset="-127"/>
      <p:regular r:id="rId30"/>
      <p:bold r:id="rId3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01A74"/>
    <a:srgbClr val="003399"/>
    <a:srgbClr val="0000CC"/>
    <a:srgbClr val="004AB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보통 스타일 2 - 강조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3" d="100"/>
          <a:sy n="53" d="100"/>
        </p:scale>
        <p:origin x="802" y="5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63" d="100"/>
          <a:sy n="63" d="100"/>
        </p:scale>
        <p:origin x="3206" y="7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3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2.fntdata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.fntdata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openxmlformats.org/officeDocument/2006/relationships/font" Target="fonts/font5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8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4.fntdata"/><Relationship Id="rId30" Type="http://schemas.openxmlformats.org/officeDocument/2006/relationships/font" Target="fonts/font7.fntdata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63998D4-4E49-4B05-A128-6AA042C7103B}" type="datetimeFigureOut">
              <a:rPr lang="ko-KR" altLang="en-US" smtClean="0"/>
              <a:t>2025-08-04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102953E-54EE-4A43-B2BD-018CE17992E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948130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svg"/><Relationship Id="rId3" Type="http://schemas.openxmlformats.org/officeDocument/2006/relationships/image" Target="../media/image22.png"/><Relationship Id="rId7" Type="http://schemas.openxmlformats.org/officeDocument/2006/relationships/image" Target="../media/image26.png"/><Relationship Id="rId12" Type="http://schemas.openxmlformats.org/officeDocument/2006/relationships/image" Target="../media/image31.sv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5.png"/><Relationship Id="rId11" Type="http://schemas.openxmlformats.org/officeDocument/2006/relationships/image" Target="../media/image30.png"/><Relationship Id="rId5" Type="http://schemas.openxmlformats.org/officeDocument/2006/relationships/image" Target="../media/image24.png"/><Relationship Id="rId10" Type="http://schemas.openxmlformats.org/officeDocument/2006/relationships/image" Target="../media/image29.svg"/><Relationship Id="rId4" Type="http://schemas.openxmlformats.org/officeDocument/2006/relationships/image" Target="../media/image23.png"/><Relationship Id="rId9" Type="http://schemas.openxmlformats.org/officeDocument/2006/relationships/image" Target="../media/image2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3.svg"/><Relationship Id="rId4" Type="http://schemas.openxmlformats.org/officeDocument/2006/relationships/image" Target="../media/image3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Relationship Id="rId6" Type="http://schemas.openxmlformats.org/officeDocument/2006/relationships/slide" Target="slide7.xml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png"/><Relationship Id="rId13" Type="http://schemas.openxmlformats.org/officeDocument/2006/relationships/image" Target="../media/image44.png"/><Relationship Id="rId3" Type="http://schemas.openxmlformats.org/officeDocument/2006/relationships/hyperlink" Target="https://uknew.co/%EB%8D%B0%EC%9D%B4%ED%84%B0%EB%B2%A0%EC%9D%B4%EC%8A%A4-dbms-sql/" TargetMode="External"/><Relationship Id="rId7" Type="http://schemas.openxmlformats.org/officeDocument/2006/relationships/image" Target="../media/image39.png"/><Relationship Id="rId12" Type="http://schemas.openxmlformats.org/officeDocument/2006/relationships/image" Target="../media/image43.png"/><Relationship Id="rId2" Type="http://schemas.openxmlformats.org/officeDocument/2006/relationships/image" Target="../media/image36.jp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8.png"/><Relationship Id="rId11" Type="http://schemas.openxmlformats.org/officeDocument/2006/relationships/image" Target="../media/image42.png"/><Relationship Id="rId5" Type="http://schemas.openxmlformats.org/officeDocument/2006/relationships/image" Target="../media/image21.png"/><Relationship Id="rId15" Type="http://schemas.openxmlformats.org/officeDocument/2006/relationships/image" Target="../media/image46.png"/><Relationship Id="rId10" Type="http://schemas.openxmlformats.org/officeDocument/2006/relationships/image" Target="../media/image41.png"/><Relationship Id="rId4" Type="http://schemas.openxmlformats.org/officeDocument/2006/relationships/image" Target="../media/image37.png"/><Relationship Id="rId9" Type="http://schemas.openxmlformats.org/officeDocument/2006/relationships/image" Target="../media/image22.png"/><Relationship Id="rId14" Type="http://schemas.openxmlformats.org/officeDocument/2006/relationships/image" Target="../media/image45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2.png"/><Relationship Id="rId3" Type="http://schemas.openxmlformats.org/officeDocument/2006/relationships/image" Target="../media/image48.png"/><Relationship Id="rId7" Type="http://schemas.openxmlformats.org/officeDocument/2006/relationships/image" Target="../media/image51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0.png"/><Relationship Id="rId11" Type="http://schemas.openxmlformats.org/officeDocument/2006/relationships/image" Target="../media/image55.png"/><Relationship Id="rId5" Type="http://schemas.openxmlformats.org/officeDocument/2006/relationships/image" Target="../media/image49.png"/><Relationship Id="rId10" Type="http://schemas.openxmlformats.org/officeDocument/2006/relationships/image" Target="../media/image54.png"/><Relationship Id="rId4" Type="http://schemas.openxmlformats.org/officeDocument/2006/relationships/image" Target="../media/image21.png"/><Relationship Id="rId9" Type="http://schemas.openxmlformats.org/officeDocument/2006/relationships/image" Target="../media/image53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0.png"/><Relationship Id="rId3" Type="http://schemas.openxmlformats.org/officeDocument/2006/relationships/image" Target="../media/image56.png"/><Relationship Id="rId7" Type="http://schemas.openxmlformats.org/officeDocument/2006/relationships/image" Target="../media/image59.png"/><Relationship Id="rId12" Type="http://schemas.openxmlformats.org/officeDocument/2006/relationships/image" Target="../media/image25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3.png"/><Relationship Id="rId11" Type="http://schemas.openxmlformats.org/officeDocument/2006/relationships/image" Target="../media/image24.png"/><Relationship Id="rId5" Type="http://schemas.openxmlformats.org/officeDocument/2006/relationships/image" Target="../media/image58.png"/><Relationship Id="rId10" Type="http://schemas.openxmlformats.org/officeDocument/2006/relationships/image" Target="../media/image62.png"/><Relationship Id="rId4" Type="http://schemas.openxmlformats.org/officeDocument/2006/relationships/image" Target="../media/image57.png"/><Relationship Id="rId9" Type="http://schemas.openxmlformats.org/officeDocument/2006/relationships/image" Target="../media/image6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68.png"/><Relationship Id="rId3" Type="http://schemas.openxmlformats.org/officeDocument/2006/relationships/image" Target="../media/image63.png"/><Relationship Id="rId7" Type="http://schemas.openxmlformats.org/officeDocument/2006/relationships/image" Target="../media/image67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6.png"/><Relationship Id="rId11" Type="http://schemas.openxmlformats.org/officeDocument/2006/relationships/image" Target="../media/image71.png"/><Relationship Id="rId5" Type="http://schemas.openxmlformats.org/officeDocument/2006/relationships/image" Target="../media/image65.png"/><Relationship Id="rId10" Type="http://schemas.openxmlformats.org/officeDocument/2006/relationships/image" Target="../media/image70.png"/><Relationship Id="rId4" Type="http://schemas.openxmlformats.org/officeDocument/2006/relationships/image" Target="../media/image64.png"/><Relationship Id="rId9" Type="http://schemas.openxmlformats.org/officeDocument/2006/relationships/image" Target="../media/image69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7" Type="http://schemas.openxmlformats.org/officeDocument/2006/relationships/image" Target="../media/image22.png"/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.png"/><Relationship Id="rId5" Type="http://schemas.openxmlformats.org/officeDocument/2006/relationships/image" Target="../media/image74.png"/><Relationship Id="rId4" Type="http://schemas.openxmlformats.org/officeDocument/2006/relationships/image" Target="../media/image73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60.png"/><Relationship Id="rId3" Type="http://schemas.openxmlformats.org/officeDocument/2006/relationships/image" Target="../media/image56.png"/><Relationship Id="rId7" Type="http://schemas.openxmlformats.org/officeDocument/2006/relationships/image" Target="../media/image59.png"/><Relationship Id="rId12" Type="http://schemas.openxmlformats.org/officeDocument/2006/relationships/image" Target="../media/image25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3.png"/><Relationship Id="rId11" Type="http://schemas.openxmlformats.org/officeDocument/2006/relationships/image" Target="../media/image24.png"/><Relationship Id="rId5" Type="http://schemas.openxmlformats.org/officeDocument/2006/relationships/image" Target="../media/image58.png"/><Relationship Id="rId10" Type="http://schemas.openxmlformats.org/officeDocument/2006/relationships/image" Target="../media/image62.png"/><Relationship Id="rId4" Type="http://schemas.openxmlformats.org/officeDocument/2006/relationships/image" Target="../media/image57.png"/><Relationship Id="rId9" Type="http://schemas.openxmlformats.org/officeDocument/2006/relationships/image" Target="../media/image61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80.png"/><Relationship Id="rId3" Type="http://schemas.openxmlformats.org/officeDocument/2006/relationships/image" Target="../media/image76.png"/><Relationship Id="rId7" Type="http://schemas.openxmlformats.org/officeDocument/2006/relationships/image" Target="../media/image79.png"/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8.png"/><Relationship Id="rId5" Type="http://schemas.openxmlformats.org/officeDocument/2006/relationships/image" Target="../media/image77.png"/><Relationship Id="rId10" Type="http://schemas.openxmlformats.org/officeDocument/2006/relationships/image" Target="../media/image82.png"/><Relationship Id="rId4" Type="http://schemas.openxmlformats.org/officeDocument/2006/relationships/image" Target="../media/image21.png"/><Relationship Id="rId9" Type="http://schemas.openxmlformats.org/officeDocument/2006/relationships/image" Target="../media/image81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2.png"/><Relationship Id="rId3" Type="http://schemas.openxmlformats.org/officeDocument/2006/relationships/image" Target="../media/image48.png"/><Relationship Id="rId7" Type="http://schemas.openxmlformats.org/officeDocument/2006/relationships/image" Target="../media/image51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0.png"/><Relationship Id="rId11" Type="http://schemas.openxmlformats.org/officeDocument/2006/relationships/image" Target="../media/image55.png"/><Relationship Id="rId5" Type="http://schemas.openxmlformats.org/officeDocument/2006/relationships/image" Target="../media/image49.png"/><Relationship Id="rId10" Type="http://schemas.openxmlformats.org/officeDocument/2006/relationships/image" Target="../media/image54.png"/><Relationship Id="rId4" Type="http://schemas.openxmlformats.org/officeDocument/2006/relationships/image" Target="../media/image21.png"/><Relationship Id="rId9" Type="http://schemas.openxmlformats.org/officeDocument/2006/relationships/image" Target="../media/image5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F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alphaModFix amt="50000"/>
          </a:blip>
          <a:stretch>
            <a:fillRect/>
          </a:stretch>
        </p:blipFill>
        <p:spPr>
          <a:xfrm>
            <a:off x="16446500" y="6032500"/>
            <a:ext cx="1930400" cy="38481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>
            <a:alphaModFix amt="70000"/>
          </a:blip>
          <a:stretch>
            <a:fillRect/>
          </a:stretch>
        </p:blipFill>
        <p:spPr>
          <a:xfrm>
            <a:off x="10642600" y="6515100"/>
            <a:ext cx="3365500" cy="33655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>
            <a:alphaModFix amt="70000"/>
          </a:blip>
          <a:stretch>
            <a:fillRect/>
          </a:stretch>
        </p:blipFill>
        <p:spPr>
          <a:xfrm>
            <a:off x="12331700" y="4508500"/>
            <a:ext cx="4622800" cy="46228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>
            <a:alphaModFix amt="70000"/>
          </a:blip>
          <a:stretch>
            <a:fillRect/>
          </a:stretch>
        </p:blipFill>
        <p:spPr>
          <a:xfrm>
            <a:off x="15519400" y="2197100"/>
            <a:ext cx="927100" cy="9271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5400000">
            <a:off x="9017000" y="-9017000"/>
            <a:ext cx="241300" cy="182753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7">
            <a:alphaModFix amt="70000"/>
          </a:blip>
          <a:stretch>
            <a:fillRect/>
          </a:stretch>
        </p:blipFill>
        <p:spPr>
          <a:xfrm>
            <a:off x="10083800" y="8763000"/>
            <a:ext cx="1117600" cy="11176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8">
            <a:alphaModFix amt="41000"/>
          </a:blip>
          <a:stretch>
            <a:fillRect/>
          </a:stretch>
        </p:blipFill>
        <p:spPr>
          <a:xfrm rot="5400000">
            <a:off x="16408400" y="4889500"/>
            <a:ext cx="2755900" cy="1168400"/>
          </a:xfrm>
          <a:prstGeom prst="rect">
            <a:avLst/>
          </a:prstGeom>
        </p:spPr>
      </p:pic>
      <p:sp>
        <p:nvSpPr>
          <p:cNvPr id="9" name="TextBox 9"/>
          <p:cNvSpPr txBox="1"/>
          <p:nvPr/>
        </p:nvSpPr>
        <p:spPr>
          <a:xfrm>
            <a:off x="838200" y="9207500"/>
            <a:ext cx="4191000" cy="4318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24499"/>
              </a:lnSpc>
            </a:pPr>
            <a:r>
              <a:rPr lang="ko-KR" altLang="en-US" sz="2200" b="0" i="0" u="none" strike="noStrike" spc="100" dirty="0">
                <a:solidFill>
                  <a:srgbClr val="000000"/>
                </a:solidFill>
                <a:latin typeface="Hakgyoansim Chulseokbu TTF B" panose="020B0600000101010101" charset="-127"/>
                <a:ea typeface="Hakgyoansim Chulseokbu TTF B" panose="020B0600000101010101" charset="-127"/>
              </a:rPr>
              <a:t>심재성 김영신 박광수 </a:t>
            </a:r>
            <a:r>
              <a:rPr lang="ko-KR" altLang="en-US" sz="2200" b="0" i="0" u="none" strike="noStrike" spc="100" dirty="0" err="1">
                <a:solidFill>
                  <a:srgbClr val="000000"/>
                </a:solidFill>
                <a:latin typeface="Hakgyoansim Chulseokbu TTF B" panose="020B0600000101010101" charset="-127"/>
                <a:ea typeface="Hakgyoansim Chulseokbu TTF B" panose="020B0600000101010101" charset="-127"/>
              </a:rPr>
              <a:t>정서희</a:t>
            </a:r>
            <a:endParaRPr lang="en-US" sz="2200" b="0" i="0" u="none" strike="noStrike" spc="100" dirty="0">
              <a:solidFill>
                <a:srgbClr val="000000"/>
              </a:solidFill>
              <a:latin typeface="Hakgyoansim Chulseokbu TTF B" panose="020B0600000101010101" charset="-127"/>
              <a:ea typeface="Hakgyoansim Chulseokbu TTF B" panose="020B0600000101010101" charset="-127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838200" y="1270000"/>
            <a:ext cx="11582400" cy="35941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83000"/>
              </a:lnSpc>
            </a:pPr>
            <a:r>
              <a:rPr lang="en-US" altLang="ko-KR" sz="11800" b="0" i="0" u="none" strike="noStrike" spc="-200" dirty="0">
                <a:solidFill>
                  <a:srgbClr val="201A74"/>
                </a:solidFill>
                <a:latin typeface="Pretendard Bold" panose="020B0600000101010101" charset="-127"/>
                <a:ea typeface="Pretendard Bold" panose="020B0600000101010101" charset="-127"/>
              </a:rPr>
              <a:t>AI </a:t>
            </a:r>
            <a:r>
              <a:rPr lang="ko-KR" altLang="en-US" sz="11800" b="0" i="0" u="none" strike="noStrike" spc="-200" dirty="0">
                <a:solidFill>
                  <a:srgbClr val="201A74"/>
                </a:solidFill>
                <a:latin typeface="Pretendard Bold" panose="020B0600000101010101" charset="-127"/>
                <a:ea typeface="Pretendard Bold" panose="020B0600000101010101" charset="-127"/>
              </a:rPr>
              <a:t>코드 문서 </a:t>
            </a:r>
            <a:endParaRPr lang="en-US" altLang="ko-KR" sz="11800" b="0" i="0" u="none" strike="noStrike" spc="-200" dirty="0">
              <a:solidFill>
                <a:srgbClr val="201A74"/>
              </a:solidFill>
              <a:latin typeface="Pretendard Bold" panose="020B0600000101010101" charset="-127"/>
              <a:ea typeface="Pretendard Bold" panose="020B0600000101010101" charset="-127"/>
            </a:endParaRPr>
          </a:p>
          <a:p>
            <a:pPr lvl="0" algn="l">
              <a:lnSpc>
                <a:spcPct val="83000"/>
              </a:lnSpc>
            </a:pPr>
            <a:r>
              <a:rPr lang="ko-KR" altLang="en-US" sz="11800" b="0" i="0" u="none" strike="noStrike" spc="-200" dirty="0">
                <a:solidFill>
                  <a:srgbClr val="004AB6"/>
                </a:solidFill>
                <a:latin typeface="Pretendard Bold" panose="020B0600000101010101" charset="-127"/>
                <a:ea typeface="Pretendard Bold" panose="020B0600000101010101" charset="-127"/>
              </a:rPr>
              <a:t>자동 생성 시스템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838200" y="5130800"/>
            <a:ext cx="8001000" cy="6350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24499"/>
              </a:lnSpc>
            </a:pPr>
            <a:r>
              <a:rPr lang="ko-KR" altLang="en-US" sz="3600" dirty="0">
                <a:solidFill>
                  <a:srgbClr val="000000"/>
                </a:solidFill>
                <a:latin typeface="Hakgyoansim Chulseokbu TTF B"/>
                <a:ea typeface="Hakgyoansim Chulseokbu TTF B"/>
              </a:rPr>
              <a:t>기업맞춤형 </a:t>
            </a:r>
            <a:r>
              <a:rPr lang="en-US" altLang="ko-KR" sz="3600" dirty="0">
                <a:solidFill>
                  <a:srgbClr val="000000"/>
                </a:solidFill>
                <a:latin typeface="Hakgyoansim Chulseokbu TTF B"/>
                <a:ea typeface="Hakgyoansim Chulseokbu TTF B"/>
              </a:rPr>
              <a:t>AI-X</a:t>
            </a:r>
            <a:r>
              <a:rPr lang="ko-KR" altLang="en-US" sz="3600" dirty="0">
                <a:solidFill>
                  <a:srgbClr val="000000"/>
                </a:solidFill>
                <a:latin typeface="Hakgyoansim Chulseokbu TTF B"/>
                <a:ea typeface="Hakgyoansim Chulseokbu TTF B"/>
              </a:rPr>
              <a:t>융복합 인재 양성 교육</a:t>
            </a:r>
            <a:endParaRPr lang="en-US" sz="3600" b="0" i="0" u="none" strike="noStrike" dirty="0">
              <a:solidFill>
                <a:srgbClr val="000000"/>
              </a:solidFill>
              <a:latin typeface="Hakgyoansim Chulseokbu TTF B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F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6200" y="7099300"/>
            <a:ext cx="4610100" cy="254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>
            <a:alphaModFix amt="50000"/>
          </a:blip>
          <a:stretch>
            <a:fillRect/>
          </a:stretch>
        </p:blipFill>
        <p:spPr>
          <a:xfrm>
            <a:off x="-584200" y="-711200"/>
            <a:ext cx="5905500" cy="46990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>
            <a:alphaModFix amt="90000"/>
          </a:blip>
          <a:stretch>
            <a:fillRect/>
          </a:stretch>
        </p:blipFill>
        <p:spPr>
          <a:xfrm>
            <a:off x="2362200" y="-457200"/>
            <a:ext cx="5359400" cy="26924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5400000">
            <a:off x="9029700" y="-9029700"/>
            <a:ext cx="241300" cy="183007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11800" y="6553200"/>
            <a:ext cx="469900" cy="482600"/>
          </a:xfrm>
          <a:prstGeom prst="rect">
            <a:avLst/>
          </a:prstGeom>
        </p:spPr>
      </p:pic>
      <p:sp>
        <p:nvSpPr>
          <p:cNvPr id="7" name="TextBox 7"/>
          <p:cNvSpPr txBox="1"/>
          <p:nvPr/>
        </p:nvSpPr>
        <p:spPr>
          <a:xfrm>
            <a:off x="1384300" y="6553200"/>
            <a:ext cx="3708400" cy="457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1300"/>
              </a:lnSpc>
            </a:pPr>
            <a:r>
              <a:rPr lang="ko-KR" altLang="en-US" sz="2600" dirty="0">
                <a:solidFill>
                  <a:srgbClr val="004AB6"/>
                </a:solidFill>
                <a:ea typeface="Hakgyoansim Chulseokbu TTF B"/>
              </a:rPr>
              <a:t>프로젝트 개요</a:t>
            </a:r>
            <a:endParaRPr lang="ko-KR" sz="2600" b="0" i="0" u="none" strike="noStrike" dirty="0">
              <a:solidFill>
                <a:srgbClr val="004AB6"/>
              </a:solidFill>
              <a:ea typeface="Hakgyoansim Chulseokbu TTF B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1384300" y="7277100"/>
            <a:ext cx="4699000" cy="330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1300"/>
              </a:lnSpc>
            </a:pPr>
            <a:r>
              <a:rPr lang="en-US" sz="1900" b="0" i="0" u="none" strike="noStrike" dirty="0">
                <a:solidFill>
                  <a:srgbClr val="000000"/>
                </a:solidFill>
                <a:latin typeface="Pretendard Light"/>
              </a:rPr>
              <a:t>- </a:t>
            </a:r>
            <a:r>
              <a:rPr lang="ko-KR" sz="1900" b="0" i="0" u="none" strike="noStrike" dirty="0">
                <a:solidFill>
                  <a:srgbClr val="000000"/>
                </a:solidFill>
                <a:ea typeface="Pretendard Light"/>
              </a:rPr>
              <a:t>이곳에</a:t>
            </a:r>
            <a:r>
              <a:rPr lang="en-US" sz="1900" b="0" i="0" u="none" strike="noStrike" dirty="0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900" b="0" i="0" u="none" strike="noStrike" dirty="0">
                <a:solidFill>
                  <a:srgbClr val="000000"/>
                </a:solidFill>
                <a:ea typeface="Pretendard Light"/>
              </a:rPr>
              <a:t>세부내용을</a:t>
            </a:r>
            <a:r>
              <a:rPr lang="en-US" sz="1900" b="0" i="0" u="none" strike="noStrike" dirty="0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900" b="0" i="0" u="none" strike="noStrike" dirty="0">
                <a:solidFill>
                  <a:srgbClr val="000000"/>
                </a:solidFill>
                <a:ea typeface="Pretendard Light"/>
              </a:rPr>
              <a:t>간단하게</a:t>
            </a:r>
            <a:r>
              <a:rPr lang="en-US" sz="1900" b="0" i="0" u="none" strike="noStrike" dirty="0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900" b="0" i="0" u="none" strike="noStrike" dirty="0">
                <a:solidFill>
                  <a:srgbClr val="000000"/>
                </a:solidFill>
                <a:ea typeface="Pretendard Light"/>
              </a:rPr>
              <a:t>입력해주세요</a:t>
            </a:r>
            <a:r>
              <a:rPr lang="en-US" sz="1900" b="0" i="0" u="none" strike="noStrike" dirty="0">
                <a:solidFill>
                  <a:srgbClr val="000000"/>
                </a:solidFill>
                <a:latin typeface="Pretendard Light"/>
              </a:rPr>
              <a:t>.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5537200" y="6629400"/>
            <a:ext cx="419100" cy="3175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en-US" sz="1800" b="0" i="0" u="none" strike="noStrike" dirty="0">
                <a:solidFill>
                  <a:srgbClr val="3B7DDD"/>
                </a:solidFill>
                <a:latin typeface="Pretendard SemiBold"/>
              </a:rPr>
              <a:t>1</a:t>
            </a:r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947400" y="6553200"/>
            <a:ext cx="469900" cy="482600"/>
          </a:xfrm>
          <a:prstGeom prst="rect">
            <a:avLst/>
          </a:prstGeom>
        </p:spPr>
      </p:pic>
      <p:sp>
        <p:nvSpPr>
          <p:cNvPr id="11" name="TextBox 11"/>
          <p:cNvSpPr txBox="1"/>
          <p:nvPr/>
        </p:nvSpPr>
        <p:spPr>
          <a:xfrm>
            <a:off x="6819900" y="6553200"/>
            <a:ext cx="3708400" cy="457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1300"/>
              </a:lnSpc>
            </a:pPr>
            <a:r>
              <a:rPr lang="ko-KR" altLang="en-US" sz="2600" b="0" i="0" u="none" strike="noStrike" dirty="0">
                <a:solidFill>
                  <a:srgbClr val="004AB6"/>
                </a:solidFill>
                <a:ea typeface="Hakgyoansim Chulseokbu TTF B"/>
              </a:rPr>
              <a:t>데이터베이스 설계</a:t>
            </a:r>
            <a:endParaRPr lang="ko-KR" sz="2600" b="0" i="0" u="none" strike="noStrike" dirty="0">
              <a:solidFill>
                <a:srgbClr val="004AB6"/>
              </a:solidFill>
              <a:ea typeface="Hakgyoansim Chulseokbu TTF B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6819900" y="7277100"/>
            <a:ext cx="4699000" cy="330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1300"/>
              </a:lnSpc>
            </a:pPr>
            <a:r>
              <a:rPr lang="en-US" sz="1900" b="0" i="0" u="none" strike="noStrike">
                <a:solidFill>
                  <a:srgbClr val="000000"/>
                </a:solidFill>
                <a:latin typeface="Pretendard Light"/>
              </a:rPr>
              <a:t>- </a:t>
            </a:r>
            <a:r>
              <a:rPr lang="ko-KR" sz="1900" b="0" i="0" u="none" strike="noStrike">
                <a:solidFill>
                  <a:srgbClr val="000000"/>
                </a:solidFill>
                <a:ea typeface="Pretendard Light"/>
              </a:rPr>
              <a:t>이곳에</a:t>
            </a:r>
            <a:r>
              <a:rPr lang="en-US" sz="1900" b="0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900" b="0" i="0" u="none" strike="noStrike">
                <a:solidFill>
                  <a:srgbClr val="000000"/>
                </a:solidFill>
                <a:ea typeface="Pretendard Light"/>
              </a:rPr>
              <a:t>세부내용을</a:t>
            </a:r>
            <a:r>
              <a:rPr lang="en-US" sz="1900" b="0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900" b="0" i="0" u="none" strike="noStrike">
                <a:solidFill>
                  <a:srgbClr val="000000"/>
                </a:solidFill>
                <a:ea typeface="Pretendard Light"/>
              </a:rPr>
              <a:t>간단하게</a:t>
            </a:r>
            <a:r>
              <a:rPr lang="en-US" sz="1900" b="0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900" b="0" i="0" u="none" strike="noStrike">
                <a:solidFill>
                  <a:srgbClr val="000000"/>
                </a:solidFill>
                <a:ea typeface="Pretendard Light"/>
              </a:rPr>
              <a:t>입력해주세요</a:t>
            </a:r>
            <a:r>
              <a:rPr lang="en-US" sz="1900" b="0" i="0" u="none" strike="noStrike">
                <a:solidFill>
                  <a:srgbClr val="000000"/>
                </a:solidFill>
                <a:latin typeface="Pretendard Light"/>
              </a:rPr>
              <a:t>.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0972800" y="6629400"/>
            <a:ext cx="419100" cy="3175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en-US" sz="1800" b="0" i="0" u="none" strike="noStrike">
                <a:solidFill>
                  <a:srgbClr val="3B7DDD"/>
                </a:solidFill>
                <a:latin typeface="Pretendard SemiBold"/>
              </a:rPr>
              <a:t>2</a:t>
            </a:r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383000" y="6553200"/>
            <a:ext cx="469900" cy="482600"/>
          </a:xfrm>
          <a:prstGeom prst="rect">
            <a:avLst/>
          </a:prstGeom>
        </p:spPr>
      </p:pic>
      <p:sp>
        <p:nvSpPr>
          <p:cNvPr id="15" name="TextBox 15"/>
          <p:cNvSpPr txBox="1"/>
          <p:nvPr/>
        </p:nvSpPr>
        <p:spPr>
          <a:xfrm>
            <a:off x="12255500" y="6553200"/>
            <a:ext cx="3708400" cy="457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1300"/>
              </a:lnSpc>
            </a:pPr>
            <a:r>
              <a:rPr lang="ko-KR" altLang="en-US" sz="2600" dirty="0">
                <a:solidFill>
                  <a:srgbClr val="004AB6"/>
                </a:solidFill>
                <a:ea typeface="Hakgyoansim Chulseokbu TTF B"/>
              </a:rPr>
              <a:t>프롬프트 설계</a:t>
            </a:r>
            <a:endParaRPr lang="ko-KR" sz="2600" b="0" i="0" u="none" strike="noStrike" dirty="0">
              <a:solidFill>
                <a:srgbClr val="004AB6"/>
              </a:solidFill>
              <a:ea typeface="Hakgyoansim Chulseokbu TTF B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12255500" y="7277100"/>
            <a:ext cx="4699000" cy="330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1300"/>
              </a:lnSpc>
            </a:pPr>
            <a:r>
              <a:rPr lang="en-US" sz="1900" b="0" i="0" u="none" strike="noStrike">
                <a:solidFill>
                  <a:srgbClr val="000000"/>
                </a:solidFill>
                <a:latin typeface="Pretendard Light"/>
              </a:rPr>
              <a:t>- </a:t>
            </a:r>
            <a:r>
              <a:rPr lang="ko-KR" sz="1900" b="0" i="0" u="none" strike="noStrike">
                <a:solidFill>
                  <a:srgbClr val="000000"/>
                </a:solidFill>
                <a:ea typeface="Pretendard Light"/>
              </a:rPr>
              <a:t>이곳에</a:t>
            </a:r>
            <a:r>
              <a:rPr lang="en-US" sz="1900" b="0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900" b="0" i="0" u="none" strike="noStrike">
                <a:solidFill>
                  <a:srgbClr val="000000"/>
                </a:solidFill>
                <a:ea typeface="Pretendard Light"/>
              </a:rPr>
              <a:t>세부내용을</a:t>
            </a:r>
            <a:r>
              <a:rPr lang="en-US" sz="1900" b="0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900" b="0" i="0" u="none" strike="noStrike">
                <a:solidFill>
                  <a:srgbClr val="000000"/>
                </a:solidFill>
                <a:ea typeface="Pretendard Light"/>
              </a:rPr>
              <a:t>간단하게</a:t>
            </a:r>
            <a:r>
              <a:rPr lang="en-US" sz="1900" b="0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900" b="0" i="0" u="none" strike="noStrike">
                <a:solidFill>
                  <a:srgbClr val="000000"/>
                </a:solidFill>
                <a:ea typeface="Pretendard Light"/>
              </a:rPr>
              <a:t>입력해주세요</a:t>
            </a:r>
            <a:r>
              <a:rPr lang="en-US" sz="1900" b="0" i="0" u="none" strike="noStrike">
                <a:solidFill>
                  <a:srgbClr val="000000"/>
                </a:solidFill>
                <a:latin typeface="Pretendard Light"/>
              </a:rPr>
              <a:t>.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6408400" y="6629400"/>
            <a:ext cx="419100" cy="3175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en-US" sz="1800" b="0" i="0" u="none" strike="noStrike">
                <a:solidFill>
                  <a:srgbClr val="3B7DDD"/>
                </a:solidFill>
                <a:latin typeface="Pretendard SemiBold"/>
              </a:rPr>
              <a:t>3</a:t>
            </a:r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11800" y="8293100"/>
            <a:ext cx="469900" cy="482600"/>
          </a:xfrm>
          <a:prstGeom prst="rect">
            <a:avLst/>
          </a:prstGeom>
        </p:spPr>
      </p:pic>
      <p:sp>
        <p:nvSpPr>
          <p:cNvPr id="19" name="TextBox 19"/>
          <p:cNvSpPr txBox="1"/>
          <p:nvPr/>
        </p:nvSpPr>
        <p:spPr>
          <a:xfrm>
            <a:off x="1384300" y="8293100"/>
            <a:ext cx="3708400" cy="457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1300"/>
              </a:lnSpc>
            </a:pPr>
            <a:r>
              <a:rPr lang="ko-KR" altLang="en-US" sz="2600" b="0" i="0" u="none" strike="noStrike" dirty="0">
                <a:solidFill>
                  <a:srgbClr val="004AB6"/>
                </a:solidFill>
                <a:latin typeface="Hakgyoansim Chulseokbu TTF B" panose="020B0600000101010101" charset="-127"/>
                <a:ea typeface="Hakgyoansim Chulseokbu TTF B" panose="020B0600000101010101" charset="-127"/>
              </a:rPr>
              <a:t>모델링</a:t>
            </a:r>
            <a:r>
              <a:rPr lang="en-US" altLang="ko-KR" sz="2600" b="0" i="0" u="none" strike="noStrike" dirty="0">
                <a:solidFill>
                  <a:srgbClr val="004AB6"/>
                </a:solidFill>
                <a:latin typeface="Hakgyoansim Chulseokbu TTF B" panose="020B0600000101010101" charset="-127"/>
                <a:ea typeface="Hakgyoansim Chulseokbu TTF B" panose="020B0600000101010101" charset="-127"/>
              </a:rPr>
              <a:t>/AI</a:t>
            </a:r>
            <a:r>
              <a:rPr lang="ko-KR" altLang="en-US" sz="2600" b="0" i="0" u="none" strike="noStrike" dirty="0">
                <a:solidFill>
                  <a:srgbClr val="004AB6"/>
                </a:solidFill>
                <a:latin typeface="Hakgyoansim Chulseokbu TTF B" panose="020B0600000101010101" charset="-127"/>
                <a:ea typeface="Hakgyoansim Chulseokbu TTF B" panose="020B0600000101010101" charset="-127"/>
              </a:rPr>
              <a:t>구현</a:t>
            </a:r>
            <a:endParaRPr lang="ko-KR" sz="2600" b="0" i="0" u="none" strike="noStrike" dirty="0">
              <a:solidFill>
                <a:srgbClr val="004AB6"/>
              </a:solidFill>
              <a:latin typeface="Hakgyoansim Chulseokbu TTF B" panose="020B0600000101010101" charset="-127"/>
              <a:ea typeface="Hakgyoansim Chulseokbu TTF B" panose="020B0600000101010101" charset="-127"/>
            </a:endParaRPr>
          </a:p>
        </p:txBody>
      </p:sp>
      <p:sp>
        <p:nvSpPr>
          <p:cNvPr id="20" name="TextBox 20"/>
          <p:cNvSpPr txBox="1"/>
          <p:nvPr/>
        </p:nvSpPr>
        <p:spPr>
          <a:xfrm>
            <a:off x="1384300" y="9017000"/>
            <a:ext cx="4699000" cy="330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1300"/>
              </a:lnSpc>
            </a:pPr>
            <a:r>
              <a:rPr lang="en-US" sz="1900" b="0" i="0" u="none" strike="noStrike">
                <a:solidFill>
                  <a:srgbClr val="000000"/>
                </a:solidFill>
                <a:latin typeface="Pretendard Light"/>
              </a:rPr>
              <a:t>- </a:t>
            </a:r>
            <a:r>
              <a:rPr lang="ko-KR" sz="1900" b="0" i="0" u="none" strike="noStrike">
                <a:solidFill>
                  <a:srgbClr val="000000"/>
                </a:solidFill>
                <a:ea typeface="Pretendard Light"/>
              </a:rPr>
              <a:t>이곳에</a:t>
            </a:r>
            <a:r>
              <a:rPr lang="en-US" sz="1900" b="0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900" b="0" i="0" u="none" strike="noStrike">
                <a:solidFill>
                  <a:srgbClr val="000000"/>
                </a:solidFill>
                <a:ea typeface="Pretendard Light"/>
              </a:rPr>
              <a:t>세부내용을</a:t>
            </a:r>
            <a:r>
              <a:rPr lang="en-US" sz="1900" b="0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900" b="0" i="0" u="none" strike="noStrike">
                <a:solidFill>
                  <a:srgbClr val="000000"/>
                </a:solidFill>
                <a:ea typeface="Pretendard Light"/>
              </a:rPr>
              <a:t>간단하게</a:t>
            </a:r>
            <a:r>
              <a:rPr lang="en-US" sz="1900" b="0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900" b="0" i="0" u="none" strike="noStrike">
                <a:solidFill>
                  <a:srgbClr val="000000"/>
                </a:solidFill>
                <a:ea typeface="Pretendard Light"/>
              </a:rPr>
              <a:t>입력해주세요</a:t>
            </a:r>
            <a:r>
              <a:rPr lang="en-US" sz="1900" b="0" i="0" u="none" strike="noStrike">
                <a:solidFill>
                  <a:srgbClr val="000000"/>
                </a:solidFill>
                <a:latin typeface="Pretendard Light"/>
              </a:rPr>
              <a:t>.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5537200" y="8369300"/>
            <a:ext cx="419100" cy="3175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en-US" sz="1800" b="0" i="0" u="none" strike="noStrike">
                <a:solidFill>
                  <a:srgbClr val="3B7DDD"/>
                </a:solidFill>
                <a:latin typeface="Pretendard SemiBold"/>
              </a:rPr>
              <a:t>4</a:t>
            </a:r>
          </a:p>
        </p:txBody>
      </p:sp>
      <p:pic>
        <p:nvPicPr>
          <p:cNvPr id="22" name="Picture 2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947400" y="8293100"/>
            <a:ext cx="469900" cy="482600"/>
          </a:xfrm>
          <a:prstGeom prst="rect">
            <a:avLst/>
          </a:prstGeom>
        </p:spPr>
      </p:pic>
      <p:sp>
        <p:nvSpPr>
          <p:cNvPr id="23" name="TextBox 23"/>
          <p:cNvSpPr txBox="1"/>
          <p:nvPr/>
        </p:nvSpPr>
        <p:spPr>
          <a:xfrm>
            <a:off x="6819900" y="8293100"/>
            <a:ext cx="3708400" cy="457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1300"/>
              </a:lnSpc>
            </a:pPr>
            <a:r>
              <a:rPr lang="ko-KR" altLang="en-US" sz="2600" b="0" i="0" u="none" strike="noStrike" dirty="0">
                <a:solidFill>
                  <a:srgbClr val="004AB6"/>
                </a:solidFill>
                <a:ea typeface="Hakgyoansim Chulseokbu TTF B"/>
              </a:rPr>
              <a:t>웹 서비스 구현</a:t>
            </a:r>
            <a:endParaRPr lang="ko-KR" sz="2600" b="0" i="0" u="none" strike="noStrike" dirty="0">
              <a:solidFill>
                <a:srgbClr val="004AB6"/>
              </a:solidFill>
              <a:ea typeface="Hakgyoansim Chulseokbu TTF B"/>
            </a:endParaRPr>
          </a:p>
        </p:txBody>
      </p:sp>
      <p:sp>
        <p:nvSpPr>
          <p:cNvPr id="24" name="TextBox 24"/>
          <p:cNvSpPr txBox="1"/>
          <p:nvPr/>
        </p:nvSpPr>
        <p:spPr>
          <a:xfrm>
            <a:off x="6819900" y="9017000"/>
            <a:ext cx="4699000" cy="330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1300"/>
              </a:lnSpc>
            </a:pPr>
            <a:r>
              <a:rPr lang="en-US" sz="1900" b="0" i="0" u="none" strike="noStrike">
                <a:solidFill>
                  <a:srgbClr val="000000"/>
                </a:solidFill>
                <a:latin typeface="Pretendard Light"/>
              </a:rPr>
              <a:t>- </a:t>
            </a:r>
            <a:r>
              <a:rPr lang="ko-KR" sz="1900" b="0" i="0" u="none" strike="noStrike">
                <a:solidFill>
                  <a:srgbClr val="000000"/>
                </a:solidFill>
                <a:ea typeface="Pretendard Light"/>
              </a:rPr>
              <a:t>이곳에</a:t>
            </a:r>
            <a:r>
              <a:rPr lang="en-US" sz="1900" b="0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900" b="0" i="0" u="none" strike="noStrike">
                <a:solidFill>
                  <a:srgbClr val="000000"/>
                </a:solidFill>
                <a:ea typeface="Pretendard Light"/>
              </a:rPr>
              <a:t>세부내용을</a:t>
            </a:r>
            <a:r>
              <a:rPr lang="en-US" sz="1900" b="0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900" b="0" i="0" u="none" strike="noStrike">
                <a:solidFill>
                  <a:srgbClr val="000000"/>
                </a:solidFill>
                <a:ea typeface="Pretendard Light"/>
              </a:rPr>
              <a:t>간단하게</a:t>
            </a:r>
            <a:r>
              <a:rPr lang="en-US" sz="1900" b="0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900" b="0" i="0" u="none" strike="noStrike">
                <a:solidFill>
                  <a:srgbClr val="000000"/>
                </a:solidFill>
                <a:ea typeface="Pretendard Light"/>
              </a:rPr>
              <a:t>입력해주세요</a:t>
            </a:r>
            <a:r>
              <a:rPr lang="en-US" sz="1900" b="0" i="0" u="none" strike="noStrike">
                <a:solidFill>
                  <a:srgbClr val="000000"/>
                </a:solidFill>
                <a:latin typeface="Pretendard Light"/>
              </a:rPr>
              <a:t>.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0972800" y="8369300"/>
            <a:ext cx="419100" cy="3175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en-US" sz="1800" b="0" i="0" u="none" strike="noStrike">
                <a:solidFill>
                  <a:srgbClr val="3B7DDD"/>
                </a:solidFill>
                <a:latin typeface="Pretendard SemiBold"/>
              </a:rPr>
              <a:t>5</a:t>
            </a:r>
          </a:p>
        </p:txBody>
      </p:sp>
      <p:pic>
        <p:nvPicPr>
          <p:cNvPr id="26" name="Picture 2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383000" y="8293100"/>
            <a:ext cx="469900" cy="482600"/>
          </a:xfrm>
          <a:prstGeom prst="rect">
            <a:avLst/>
          </a:prstGeom>
        </p:spPr>
      </p:pic>
      <p:pic>
        <p:nvPicPr>
          <p:cNvPr id="27" name="Picture 27"/>
          <p:cNvPicPr>
            <a:picLocks noChangeAspect="1"/>
          </p:cNvPicPr>
          <p:nvPr/>
        </p:nvPicPr>
        <p:blipFill>
          <a:blip r:embed="rId7">
            <a:alphaModFix amt="40000"/>
          </a:blip>
          <a:stretch>
            <a:fillRect/>
          </a:stretch>
        </p:blipFill>
        <p:spPr>
          <a:xfrm>
            <a:off x="4330700" y="2806700"/>
            <a:ext cx="431800" cy="431800"/>
          </a:xfrm>
          <a:prstGeom prst="rect">
            <a:avLst/>
          </a:prstGeom>
        </p:spPr>
      </p:pic>
      <p:pic>
        <p:nvPicPr>
          <p:cNvPr id="28" name="Picture 28"/>
          <p:cNvPicPr>
            <a:picLocks noChangeAspect="1"/>
          </p:cNvPicPr>
          <p:nvPr/>
        </p:nvPicPr>
        <p:blipFill>
          <a:blip r:embed="rId8">
            <a:alphaModFix amt="41000"/>
          </a:blip>
          <a:stretch>
            <a:fillRect/>
          </a:stretch>
        </p:blipFill>
        <p:spPr>
          <a:xfrm rot="-5400000">
            <a:off x="-774700" y="3797300"/>
            <a:ext cx="2705100" cy="1155700"/>
          </a:xfrm>
          <a:prstGeom prst="rect">
            <a:avLst/>
          </a:prstGeom>
        </p:spPr>
      </p:pic>
      <p:pic>
        <p:nvPicPr>
          <p:cNvPr id="29" name="Picture 2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94500" y="7099300"/>
            <a:ext cx="4610100" cy="25400"/>
          </a:xfrm>
          <a:prstGeom prst="rect">
            <a:avLst/>
          </a:prstGeom>
        </p:spPr>
      </p:pic>
      <p:pic>
        <p:nvPicPr>
          <p:cNvPr id="30" name="Picture 3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30100" y="7099300"/>
            <a:ext cx="4610100" cy="25400"/>
          </a:xfrm>
          <a:prstGeom prst="rect">
            <a:avLst/>
          </a:prstGeom>
        </p:spPr>
      </p:pic>
      <p:pic>
        <p:nvPicPr>
          <p:cNvPr id="31" name="Picture 3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94500" y="8851900"/>
            <a:ext cx="4610100" cy="25400"/>
          </a:xfrm>
          <a:prstGeom prst="rect">
            <a:avLst/>
          </a:prstGeom>
        </p:spPr>
      </p:pic>
      <p:pic>
        <p:nvPicPr>
          <p:cNvPr id="32" name="Picture 3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30100" y="8851900"/>
            <a:ext cx="4610100" cy="25400"/>
          </a:xfrm>
          <a:prstGeom prst="rect">
            <a:avLst/>
          </a:prstGeom>
        </p:spPr>
      </p:pic>
      <p:pic>
        <p:nvPicPr>
          <p:cNvPr id="33" name="Picture 3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6200" y="8839200"/>
            <a:ext cx="4610100" cy="25400"/>
          </a:xfrm>
          <a:prstGeom prst="rect">
            <a:avLst/>
          </a:prstGeom>
        </p:spPr>
      </p:pic>
      <p:sp>
        <p:nvSpPr>
          <p:cNvPr id="34" name="TextBox 34"/>
          <p:cNvSpPr txBox="1"/>
          <p:nvPr/>
        </p:nvSpPr>
        <p:spPr>
          <a:xfrm>
            <a:off x="12255500" y="8293100"/>
            <a:ext cx="3708400" cy="457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1300"/>
              </a:lnSpc>
            </a:pPr>
            <a:r>
              <a:rPr lang="ko-KR" altLang="en-US" sz="2600" dirty="0">
                <a:solidFill>
                  <a:srgbClr val="004AB6"/>
                </a:solidFill>
                <a:ea typeface="Hakgyoansim Chulseokbu TTF B"/>
              </a:rPr>
              <a:t>결론</a:t>
            </a:r>
            <a:endParaRPr lang="ko-KR" sz="2600" b="0" i="0" u="none" strike="noStrike" dirty="0">
              <a:solidFill>
                <a:srgbClr val="004AB6"/>
              </a:solidFill>
              <a:ea typeface="Hakgyoansim Chulseokbu TTF B"/>
            </a:endParaRPr>
          </a:p>
        </p:txBody>
      </p:sp>
      <p:sp>
        <p:nvSpPr>
          <p:cNvPr id="35" name="TextBox 35"/>
          <p:cNvSpPr txBox="1"/>
          <p:nvPr/>
        </p:nvSpPr>
        <p:spPr>
          <a:xfrm>
            <a:off x="12255500" y="9017000"/>
            <a:ext cx="4699000" cy="330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1300"/>
              </a:lnSpc>
            </a:pPr>
            <a:r>
              <a:rPr lang="en-US" sz="1900" b="0" i="0" u="none" strike="noStrike">
                <a:solidFill>
                  <a:srgbClr val="000000"/>
                </a:solidFill>
                <a:latin typeface="Pretendard Light"/>
              </a:rPr>
              <a:t>- </a:t>
            </a:r>
            <a:r>
              <a:rPr lang="ko-KR" sz="1900" b="0" i="0" u="none" strike="noStrike">
                <a:solidFill>
                  <a:srgbClr val="000000"/>
                </a:solidFill>
                <a:ea typeface="Pretendard Light"/>
              </a:rPr>
              <a:t>이곳에</a:t>
            </a:r>
            <a:r>
              <a:rPr lang="en-US" sz="1900" b="0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900" b="0" i="0" u="none" strike="noStrike">
                <a:solidFill>
                  <a:srgbClr val="000000"/>
                </a:solidFill>
                <a:ea typeface="Pretendard Light"/>
              </a:rPr>
              <a:t>세부내용을</a:t>
            </a:r>
            <a:r>
              <a:rPr lang="en-US" sz="1900" b="0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900" b="0" i="0" u="none" strike="noStrike">
                <a:solidFill>
                  <a:srgbClr val="000000"/>
                </a:solidFill>
                <a:ea typeface="Pretendard Light"/>
              </a:rPr>
              <a:t>간단하게</a:t>
            </a:r>
            <a:r>
              <a:rPr lang="en-US" sz="1900" b="0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900" b="0" i="0" u="none" strike="noStrike">
                <a:solidFill>
                  <a:srgbClr val="000000"/>
                </a:solidFill>
                <a:ea typeface="Pretendard Light"/>
              </a:rPr>
              <a:t>입력해주세요</a:t>
            </a:r>
            <a:r>
              <a:rPr lang="en-US" sz="1900" b="0" i="0" u="none" strike="noStrike">
                <a:solidFill>
                  <a:srgbClr val="000000"/>
                </a:solidFill>
                <a:latin typeface="Pretendard Light"/>
              </a:rPr>
              <a:t>.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16408400" y="8369300"/>
            <a:ext cx="419100" cy="3175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en-US" sz="1800" b="0" i="0" u="none" strike="noStrike">
                <a:solidFill>
                  <a:srgbClr val="3B7DDD"/>
                </a:solidFill>
                <a:latin typeface="Pretendard SemiBold"/>
              </a:rPr>
              <a:t>6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15595600" y="508000"/>
            <a:ext cx="2273300" cy="2540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r">
              <a:lnSpc>
                <a:spcPct val="124499"/>
              </a:lnSpc>
            </a:pPr>
            <a:r>
              <a:rPr lang="en-US" sz="1400" b="0" i="0" u="none" strike="noStrike" spc="100">
                <a:solidFill>
                  <a:srgbClr val="3B7DDD"/>
                </a:solidFill>
                <a:latin typeface="Pretendard SemiBold"/>
              </a:rPr>
              <a:t>MIRI COMPANY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419100" y="508000"/>
            <a:ext cx="2273300" cy="2540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24499"/>
              </a:lnSpc>
            </a:pPr>
            <a:r>
              <a:rPr lang="en-US" sz="1400" b="0" i="0" u="none" strike="noStrike" spc="100">
                <a:solidFill>
                  <a:srgbClr val="3B7DDD"/>
                </a:solidFill>
                <a:latin typeface="Pretendard SemiBold"/>
              </a:rPr>
              <a:t>PRESENTATION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9448800" y="3530600"/>
            <a:ext cx="7404100" cy="17780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r">
              <a:lnSpc>
                <a:spcPct val="83000"/>
              </a:lnSpc>
            </a:pPr>
            <a:r>
              <a:rPr lang="en-US" sz="10000" b="0" i="0" u="none" strike="noStrike" spc="-100" dirty="0">
                <a:solidFill>
                  <a:srgbClr val="201A74"/>
                </a:solidFill>
                <a:latin typeface="Pretendard SemiBold"/>
              </a:rPr>
              <a:t>CONTENTS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4AB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5EDA293-40E4-945C-BBC8-4B1191917D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6089DFFD-2B68-8A14-42E4-2077311FFF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12928600" y="8648700"/>
            <a:ext cx="7150100" cy="3581400"/>
          </a:xfrm>
          <a:prstGeom prst="rect">
            <a:avLst/>
          </a:prstGeom>
        </p:spPr>
      </p:pic>
      <p:pic>
        <p:nvPicPr>
          <p:cNvPr id="3" name="Picture 3">
            <a:extLst>
              <a:ext uri="{FF2B5EF4-FFF2-40B4-BE49-F238E27FC236}">
                <a16:creationId xmlns:a16="http://schemas.microsoft.com/office/drawing/2014/main" id="{3827D022-6BA3-9473-E91E-6D659CFADB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-5400000">
            <a:off x="8928100" y="8128000"/>
            <a:ext cx="7150100" cy="4419600"/>
          </a:xfrm>
          <a:prstGeom prst="rect">
            <a:avLst/>
          </a:prstGeom>
        </p:spPr>
      </p:pic>
      <p:pic>
        <p:nvPicPr>
          <p:cNvPr id="4" name="Picture 4">
            <a:extLst>
              <a:ext uri="{FF2B5EF4-FFF2-40B4-BE49-F238E27FC236}">
                <a16:creationId xmlns:a16="http://schemas.microsoft.com/office/drawing/2014/main" id="{CFA1D2CD-DFA2-4F84-B97F-C70B714CF783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70000"/>
          </a:blip>
          <a:stretch>
            <a:fillRect/>
          </a:stretch>
        </p:blipFill>
        <p:spPr>
          <a:xfrm>
            <a:off x="10287000" y="5575300"/>
            <a:ext cx="635000" cy="635000"/>
          </a:xfrm>
          <a:prstGeom prst="rect">
            <a:avLst/>
          </a:prstGeom>
        </p:spPr>
      </p:pic>
      <p:pic>
        <p:nvPicPr>
          <p:cNvPr id="5" name="Picture 5">
            <a:extLst>
              <a:ext uri="{FF2B5EF4-FFF2-40B4-BE49-F238E27FC236}">
                <a16:creationId xmlns:a16="http://schemas.microsoft.com/office/drawing/2014/main" id="{61E45A63-5FB0-120F-6527-3B0A53CD5D1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5400000">
            <a:off x="9055100" y="-9055100"/>
            <a:ext cx="241300" cy="18338800"/>
          </a:xfrm>
          <a:prstGeom prst="rect">
            <a:avLst/>
          </a:prstGeom>
        </p:spPr>
      </p:pic>
      <p:pic>
        <p:nvPicPr>
          <p:cNvPr id="6" name="Picture 6">
            <a:extLst>
              <a:ext uri="{FF2B5EF4-FFF2-40B4-BE49-F238E27FC236}">
                <a16:creationId xmlns:a16="http://schemas.microsoft.com/office/drawing/2014/main" id="{090290CF-9354-D03E-17B8-D98E855CB9D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6300" y="7868557"/>
            <a:ext cx="5245100" cy="25400"/>
          </a:xfrm>
          <a:prstGeom prst="rect">
            <a:avLst/>
          </a:prstGeom>
        </p:spPr>
      </p:pic>
      <p:sp>
        <p:nvSpPr>
          <p:cNvPr id="7" name="TextBox 7">
            <a:extLst>
              <a:ext uri="{FF2B5EF4-FFF2-40B4-BE49-F238E27FC236}">
                <a16:creationId xmlns:a16="http://schemas.microsoft.com/office/drawing/2014/main" id="{A15C240D-CF2C-F3F2-2FBC-4B0A6FC531B3}"/>
              </a:ext>
            </a:extLst>
          </p:cNvPr>
          <p:cNvSpPr txBox="1"/>
          <p:nvPr/>
        </p:nvSpPr>
        <p:spPr>
          <a:xfrm>
            <a:off x="15595600" y="508000"/>
            <a:ext cx="2273300" cy="2540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2449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10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retendard SemiBold"/>
                <a:ea typeface="+mn-ea"/>
                <a:cs typeface="+mn-cs"/>
              </a:rPr>
              <a:t>MIRI COMPANY</a:t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89CE7BA9-3FB7-48AA-E213-F1B5B4DD2D78}"/>
              </a:ext>
            </a:extLst>
          </p:cNvPr>
          <p:cNvSpPr txBox="1"/>
          <p:nvPr/>
        </p:nvSpPr>
        <p:spPr>
          <a:xfrm>
            <a:off x="419100" y="508000"/>
            <a:ext cx="2273300" cy="2540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2449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10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retendard SemiBold"/>
                <a:ea typeface="+mn-ea"/>
                <a:cs typeface="+mn-cs"/>
              </a:rPr>
              <a:t>PRESENTATION</a:t>
            </a:r>
          </a:p>
        </p:txBody>
      </p:sp>
      <p:grpSp>
        <p:nvGrpSpPr>
          <p:cNvPr id="9" name="Group 9">
            <a:extLst>
              <a:ext uri="{FF2B5EF4-FFF2-40B4-BE49-F238E27FC236}">
                <a16:creationId xmlns:a16="http://schemas.microsoft.com/office/drawing/2014/main" id="{1F54223B-9658-FFA8-648F-062296D168F8}"/>
              </a:ext>
            </a:extLst>
          </p:cNvPr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10" name="Picture 10">
            <a:extLst>
              <a:ext uri="{FF2B5EF4-FFF2-40B4-BE49-F238E27FC236}">
                <a16:creationId xmlns:a16="http://schemas.microsoft.com/office/drawing/2014/main" id="{3A57AA8E-2A71-FE3B-37D5-887834DC646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76300" y="7144657"/>
            <a:ext cx="1790700" cy="533400"/>
          </a:xfrm>
          <a:prstGeom prst="rect">
            <a:avLst/>
          </a:prstGeom>
        </p:spPr>
      </p:pic>
      <p:sp>
        <p:nvSpPr>
          <p:cNvPr id="11" name="TextBox 11">
            <a:extLst>
              <a:ext uri="{FF2B5EF4-FFF2-40B4-BE49-F238E27FC236}">
                <a16:creationId xmlns:a16="http://schemas.microsoft.com/office/drawing/2014/main" id="{8C14DC2A-42CD-828A-F405-F66BCB3EDF5E}"/>
              </a:ext>
            </a:extLst>
          </p:cNvPr>
          <p:cNvSpPr txBox="1"/>
          <p:nvPr/>
        </p:nvSpPr>
        <p:spPr>
          <a:xfrm>
            <a:off x="1206500" y="7233557"/>
            <a:ext cx="1143000" cy="330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32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900" dirty="0">
                <a:solidFill>
                  <a:srgbClr val="004AB6"/>
                </a:solidFill>
                <a:latin typeface="Pretendard SemiBold"/>
              </a:rPr>
              <a:t>Part</a:t>
            </a:r>
            <a:r>
              <a:rPr kumimoji="0" lang="en-US" sz="1900" b="0" i="0" u="none" strike="noStrike" kern="1200" cap="none" spc="0" normalizeH="0" baseline="0" noProof="0" dirty="0">
                <a:ln>
                  <a:noFill/>
                </a:ln>
                <a:solidFill>
                  <a:srgbClr val="004AB6"/>
                </a:solidFill>
                <a:effectLst/>
                <a:uLnTx/>
                <a:uFillTx/>
                <a:latin typeface="Pretendard SemiBold"/>
                <a:ea typeface="+mn-ea"/>
                <a:cs typeface="+mn-cs"/>
              </a:rPr>
              <a:t>1</a:t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3B452D03-D591-850D-C611-058B4A9EF9C1}"/>
              </a:ext>
            </a:extLst>
          </p:cNvPr>
          <p:cNvSpPr txBox="1"/>
          <p:nvPr/>
        </p:nvSpPr>
        <p:spPr>
          <a:xfrm>
            <a:off x="2921000" y="7195457"/>
            <a:ext cx="3314700" cy="4191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2300" dirty="0">
                <a:solidFill>
                  <a:srgbClr val="FFFFFF"/>
                </a:solidFill>
                <a:latin typeface="Calibri"/>
                <a:ea typeface="Pretendard SemiBold"/>
              </a:rPr>
              <a:t>주제선정 및 배경</a:t>
            </a:r>
            <a:endParaRPr kumimoji="0" lang="ko-KR" altLang="en-US" sz="23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Pretendard SemiBold"/>
              <a:cs typeface="+mn-cs"/>
            </a:endParaRPr>
          </a:p>
        </p:txBody>
      </p:sp>
      <p:pic>
        <p:nvPicPr>
          <p:cNvPr id="13" name="Picture 13">
            <a:extLst>
              <a:ext uri="{FF2B5EF4-FFF2-40B4-BE49-F238E27FC236}">
                <a16:creationId xmlns:a16="http://schemas.microsoft.com/office/drawing/2014/main" id="{85427A9D-8BB7-A547-D1A1-9A0237BB63B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6300" y="8795657"/>
            <a:ext cx="5245100" cy="25400"/>
          </a:xfrm>
          <a:prstGeom prst="rect">
            <a:avLst/>
          </a:prstGeom>
        </p:spPr>
      </p:pic>
      <p:grpSp>
        <p:nvGrpSpPr>
          <p:cNvPr id="14" name="Group 14">
            <a:extLst>
              <a:ext uri="{FF2B5EF4-FFF2-40B4-BE49-F238E27FC236}">
                <a16:creationId xmlns:a16="http://schemas.microsoft.com/office/drawing/2014/main" id="{0333F22F-D463-85F7-F465-3A6363D8F7E3}"/>
              </a:ext>
            </a:extLst>
          </p:cNvPr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15" name="Picture 15">
            <a:extLst>
              <a:ext uri="{FF2B5EF4-FFF2-40B4-BE49-F238E27FC236}">
                <a16:creationId xmlns:a16="http://schemas.microsoft.com/office/drawing/2014/main" id="{BEADE385-3FE4-AFC1-8041-8AB0BB1F6BC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76300" y="8071757"/>
            <a:ext cx="1790700" cy="533400"/>
          </a:xfrm>
          <a:prstGeom prst="rect">
            <a:avLst/>
          </a:prstGeom>
        </p:spPr>
      </p:pic>
      <p:sp>
        <p:nvSpPr>
          <p:cNvPr id="16" name="TextBox 16">
            <a:extLst>
              <a:ext uri="{FF2B5EF4-FFF2-40B4-BE49-F238E27FC236}">
                <a16:creationId xmlns:a16="http://schemas.microsoft.com/office/drawing/2014/main" id="{1E2DE1C7-C901-3300-4008-02DD8E865CF3}"/>
              </a:ext>
            </a:extLst>
          </p:cNvPr>
          <p:cNvSpPr txBox="1"/>
          <p:nvPr/>
        </p:nvSpPr>
        <p:spPr>
          <a:xfrm>
            <a:off x="1206500" y="8160657"/>
            <a:ext cx="1143000" cy="330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32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900" b="0" i="0" u="none" strike="noStrike" kern="1200" cap="none" spc="0" normalizeH="0" baseline="0" noProof="0" dirty="0">
                <a:ln>
                  <a:noFill/>
                </a:ln>
                <a:solidFill>
                  <a:srgbClr val="004AB6"/>
                </a:solidFill>
                <a:effectLst/>
                <a:uLnTx/>
                <a:uFillTx/>
                <a:latin typeface="Pretendard SemiBold"/>
                <a:ea typeface="+mn-ea"/>
                <a:cs typeface="+mn-cs"/>
              </a:rPr>
              <a:t>Part </a:t>
            </a:r>
            <a:r>
              <a:rPr lang="en-US" sz="1900" dirty="0">
                <a:solidFill>
                  <a:srgbClr val="004AB6"/>
                </a:solidFill>
                <a:latin typeface="Pretendard SemiBold"/>
              </a:rPr>
              <a:t>2</a:t>
            </a:r>
            <a:endParaRPr kumimoji="0" lang="en-US" sz="1900" b="0" i="0" u="none" strike="noStrike" kern="1200" cap="none" spc="0" normalizeH="0" baseline="0" noProof="0" dirty="0">
              <a:ln>
                <a:noFill/>
              </a:ln>
              <a:solidFill>
                <a:srgbClr val="004AB6"/>
              </a:solidFill>
              <a:effectLst/>
              <a:uLnTx/>
              <a:uFillTx/>
              <a:latin typeface="Pretendard SemiBold"/>
              <a:ea typeface="+mn-ea"/>
              <a:cs typeface="+mn-cs"/>
            </a:endParaRPr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4A58F409-90BD-1A37-3D4E-08B64272866C}"/>
              </a:ext>
            </a:extLst>
          </p:cNvPr>
          <p:cNvSpPr txBox="1"/>
          <p:nvPr/>
        </p:nvSpPr>
        <p:spPr>
          <a:xfrm>
            <a:off x="2921000" y="8122557"/>
            <a:ext cx="3314700" cy="4191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3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Pretendard SemiBold"/>
                <a:cs typeface="+mn-cs"/>
              </a:rPr>
              <a:t>업무분장</a:t>
            </a:r>
          </a:p>
        </p:txBody>
      </p:sp>
      <p:sp>
        <p:nvSpPr>
          <p:cNvPr id="19" name="TextBox 19">
            <a:extLst>
              <a:ext uri="{FF2B5EF4-FFF2-40B4-BE49-F238E27FC236}">
                <a16:creationId xmlns:a16="http://schemas.microsoft.com/office/drawing/2014/main" id="{31A52F89-C19A-6800-F4F4-8648F3DC841A}"/>
              </a:ext>
            </a:extLst>
          </p:cNvPr>
          <p:cNvSpPr txBox="1"/>
          <p:nvPr/>
        </p:nvSpPr>
        <p:spPr>
          <a:xfrm>
            <a:off x="927100" y="1587500"/>
            <a:ext cx="2857500" cy="26289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800" b="0" i="0" u="none" strike="noStrike" kern="1200" cap="none" spc="-200" normalizeH="0" baseline="0" noProof="0" dirty="0">
                <a:ln>
                  <a:noFill/>
                </a:ln>
                <a:solidFill>
                  <a:srgbClr val="ACCEFE"/>
                </a:solidFill>
                <a:effectLst/>
                <a:uLnTx/>
                <a:uFillTx/>
                <a:latin typeface="Pretendard Bold"/>
                <a:ea typeface="+mn-ea"/>
                <a:cs typeface="+mn-cs"/>
              </a:rPr>
              <a:t>01</a:t>
            </a:r>
          </a:p>
        </p:txBody>
      </p:sp>
      <p:sp>
        <p:nvSpPr>
          <p:cNvPr id="20" name="TextBox 20">
            <a:extLst>
              <a:ext uri="{FF2B5EF4-FFF2-40B4-BE49-F238E27FC236}">
                <a16:creationId xmlns:a16="http://schemas.microsoft.com/office/drawing/2014/main" id="{40B131A1-14EE-B6EA-4B06-856382BC83F2}"/>
              </a:ext>
            </a:extLst>
          </p:cNvPr>
          <p:cNvSpPr txBox="1"/>
          <p:nvPr/>
        </p:nvSpPr>
        <p:spPr>
          <a:xfrm>
            <a:off x="927100" y="3911600"/>
            <a:ext cx="8343900" cy="11684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6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Hakgyoansim Chulseokbu TTF B"/>
                <a:cs typeface="+mn-cs"/>
              </a:rPr>
              <a:t>프로젝트 개요</a:t>
            </a:r>
          </a:p>
        </p:txBody>
      </p:sp>
      <p:pic>
        <p:nvPicPr>
          <p:cNvPr id="22" name="Picture 13">
            <a:extLst>
              <a:ext uri="{FF2B5EF4-FFF2-40B4-BE49-F238E27FC236}">
                <a16:creationId xmlns:a16="http://schemas.microsoft.com/office/drawing/2014/main" id="{F2C36A4B-8277-A746-FD7D-527628C829B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4531" y="9731827"/>
            <a:ext cx="5245100" cy="25400"/>
          </a:xfrm>
          <a:prstGeom prst="rect">
            <a:avLst/>
          </a:prstGeom>
        </p:spPr>
      </p:pic>
      <p:pic>
        <p:nvPicPr>
          <p:cNvPr id="23" name="Picture 15">
            <a:extLst>
              <a:ext uri="{FF2B5EF4-FFF2-40B4-BE49-F238E27FC236}">
                <a16:creationId xmlns:a16="http://schemas.microsoft.com/office/drawing/2014/main" id="{16235A0C-6D5A-3DA4-C263-9B1709790E3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4531" y="9007927"/>
            <a:ext cx="1790700" cy="533400"/>
          </a:xfrm>
          <a:prstGeom prst="rect">
            <a:avLst/>
          </a:prstGeom>
        </p:spPr>
      </p:pic>
      <p:sp>
        <p:nvSpPr>
          <p:cNvPr id="24" name="TextBox 16">
            <a:extLst>
              <a:ext uri="{FF2B5EF4-FFF2-40B4-BE49-F238E27FC236}">
                <a16:creationId xmlns:a16="http://schemas.microsoft.com/office/drawing/2014/main" id="{0DB062CC-53E8-A75B-B290-A666364BC47B}"/>
              </a:ext>
            </a:extLst>
          </p:cNvPr>
          <p:cNvSpPr txBox="1"/>
          <p:nvPr/>
        </p:nvSpPr>
        <p:spPr>
          <a:xfrm>
            <a:off x="1184731" y="9096827"/>
            <a:ext cx="1143000" cy="330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32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900" b="0" i="0" u="none" strike="noStrike" kern="1200" cap="none" spc="0" normalizeH="0" baseline="0" noProof="0" dirty="0">
                <a:ln>
                  <a:noFill/>
                </a:ln>
                <a:solidFill>
                  <a:srgbClr val="004AB6"/>
                </a:solidFill>
                <a:effectLst/>
                <a:uLnTx/>
                <a:uFillTx/>
                <a:latin typeface="Pretendard SemiBold"/>
                <a:ea typeface="+mn-ea"/>
                <a:cs typeface="+mn-cs"/>
              </a:rPr>
              <a:t>Part 3</a:t>
            </a:r>
          </a:p>
        </p:txBody>
      </p:sp>
      <p:sp>
        <p:nvSpPr>
          <p:cNvPr id="25" name="TextBox 17">
            <a:extLst>
              <a:ext uri="{FF2B5EF4-FFF2-40B4-BE49-F238E27FC236}">
                <a16:creationId xmlns:a16="http://schemas.microsoft.com/office/drawing/2014/main" id="{B958A1ED-BAE1-20F7-F929-6ABC1390D5E6}"/>
              </a:ext>
            </a:extLst>
          </p:cNvPr>
          <p:cNvSpPr txBox="1"/>
          <p:nvPr/>
        </p:nvSpPr>
        <p:spPr>
          <a:xfrm>
            <a:off x="2899231" y="9058727"/>
            <a:ext cx="3314700" cy="4191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3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Pretendard SemiBold"/>
                <a:cs typeface="+mn-cs"/>
              </a:rPr>
              <a:t>일정 및 개발환경</a:t>
            </a:r>
          </a:p>
        </p:txBody>
      </p:sp>
    </p:spTree>
    <p:extLst>
      <p:ext uri="{BB962C8B-B14F-4D97-AF65-F5344CB8AC3E}">
        <p14:creationId xmlns:p14="http://schemas.microsoft.com/office/powerpoint/2010/main" val="23378907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F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9055100" y="-9055100"/>
            <a:ext cx="241300" cy="18338800"/>
          </a:xfrm>
          <a:prstGeom prst="rect">
            <a:avLst/>
          </a:prstGeom>
        </p:spPr>
      </p:pic>
      <p:sp>
        <p:nvSpPr>
          <p:cNvPr id="7" name="TextBox 7"/>
          <p:cNvSpPr txBox="1"/>
          <p:nvPr/>
        </p:nvSpPr>
        <p:spPr>
          <a:xfrm>
            <a:off x="419100" y="508000"/>
            <a:ext cx="2273300" cy="2540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24499"/>
              </a:lnSpc>
            </a:pPr>
            <a:r>
              <a:rPr lang="en-US" sz="1400" b="0" i="0" u="none" strike="noStrike" spc="100">
                <a:solidFill>
                  <a:srgbClr val="3B7DDD"/>
                </a:solidFill>
                <a:latin typeface="Pretendard SemiBold"/>
              </a:rPr>
              <a:t>PRESENTATION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168400" y="1409700"/>
            <a:ext cx="2032000" cy="10668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en-US" sz="6000" b="0" i="0" u="none" strike="noStrike">
                <a:solidFill>
                  <a:srgbClr val="004AB6"/>
                </a:solidFill>
                <a:latin typeface="Pretendard SemiBold"/>
              </a:rPr>
              <a:t>01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168400" y="2374900"/>
            <a:ext cx="8585200" cy="11938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ko-KR" altLang="en-US" sz="6700" b="0" i="0" u="none" strike="noStrike" dirty="0">
                <a:solidFill>
                  <a:srgbClr val="201A74"/>
                </a:solidFill>
                <a:ea typeface="Hakgyoansim Chulseokbu TTF B"/>
              </a:rPr>
              <a:t>주제선정 및 배경</a:t>
            </a:r>
            <a:endParaRPr lang="ko-KR" sz="6700" b="0" i="0" u="none" strike="noStrike" dirty="0">
              <a:solidFill>
                <a:srgbClr val="201A74"/>
              </a:solidFill>
              <a:ea typeface="Hakgyoansim Chulseokbu TTF B"/>
            </a:endParaRPr>
          </a:p>
        </p:txBody>
      </p:sp>
      <p:pic>
        <p:nvPicPr>
          <p:cNvPr id="22" name="Picture 9">
            <a:extLst>
              <a:ext uri="{FF2B5EF4-FFF2-40B4-BE49-F238E27FC236}">
                <a16:creationId xmlns:a16="http://schemas.microsoft.com/office/drawing/2014/main" id="{F9DA0BD0-29DE-5471-E13C-854CD02FF1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54400" y="444500"/>
            <a:ext cx="1718129" cy="635000"/>
          </a:xfrm>
          <a:prstGeom prst="rect">
            <a:avLst/>
          </a:prstGeom>
        </p:spPr>
      </p:pic>
      <p:sp>
        <p:nvSpPr>
          <p:cNvPr id="24" name="TextBox 16">
            <a:extLst>
              <a:ext uri="{FF2B5EF4-FFF2-40B4-BE49-F238E27FC236}">
                <a16:creationId xmlns:a16="http://schemas.microsoft.com/office/drawing/2014/main" id="{CF423CE7-7A1B-DAD5-7C4C-FD492A6C9A4B}"/>
              </a:ext>
            </a:extLst>
          </p:cNvPr>
          <p:cNvSpPr txBox="1"/>
          <p:nvPr/>
        </p:nvSpPr>
        <p:spPr>
          <a:xfrm>
            <a:off x="16461014" y="508000"/>
            <a:ext cx="1104900" cy="457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r>
              <a:rPr lang="en-US" sz="2600" b="0" i="0" u="none" strike="noStrike" dirty="0">
                <a:solidFill>
                  <a:srgbClr val="FFFFFF"/>
                </a:solidFill>
                <a:latin typeface="Pretendard Bold"/>
              </a:rPr>
              <a:t>Part1-1</a:t>
            </a:r>
          </a:p>
        </p:txBody>
      </p:sp>
      <p:pic>
        <p:nvPicPr>
          <p:cNvPr id="33" name="Picture 6">
            <a:extLst>
              <a:ext uri="{FF2B5EF4-FFF2-40B4-BE49-F238E27FC236}">
                <a16:creationId xmlns:a16="http://schemas.microsoft.com/office/drawing/2014/main" id="{C1838BE2-7AFB-3849-AB6F-ED4F00163CB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40000" y="3924300"/>
            <a:ext cx="13271500" cy="4978400"/>
          </a:xfrm>
          <a:prstGeom prst="rect">
            <a:avLst/>
          </a:prstGeom>
        </p:spPr>
      </p:pic>
      <p:pic>
        <p:nvPicPr>
          <p:cNvPr id="37" name="Picture 11">
            <a:extLst>
              <a:ext uri="{FF2B5EF4-FFF2-40B4-BE49-F238E27FC236}">
                <a16:creationId xmlns:a16="http://schemas.microsoft.com/office/drawing/2014/main" id="{797B35CF-AD3E-50FC-D349-8DE252DB0CF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14700" y="7086600"/>
            <a:ext cx="3429000" cy="25400"/>
          </a:xfrm>
          <a:prstGeom prst="rect">
            <a:avLst/>
          </a:prstGeom>
        </p:spPr>
      </p:pic>
      <p:pic>
        <p:nvPicPr>
          <p:cNvPr id="38" name="Picture 12">
            <a:extLst>
              <a:ext uri="{FF2B5EF4-FFF2-40B4-BE49-F238E27FC236}">
                <a16:creationId xmlns:a16="http://schemas.microsoft.com/office/drawing/2014/main" id="{C8EC5326-D6AD-A7DC-E7B6-9D70B1A33C2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54900" y="7086600"/>
            <a:ext cx="3429000" cy="25400"/>
          </a:xfrm>
          <a:prstGeom prst="rect">
            <a:avLst/>
          </a:prstGeom>
        </p:spPr>
      </p:pic>
      <p:pic>
        <p:nvPicPr>
          <p:cNvPr id="39" name="Picture 13">
            <a:extLst>
              <a:ext uri="{FF2B5EF4-FFF2-40B4-BE49-F238E27FC236}">
                <a16:creationId xmlns:a16="http://schemas.microsoft.com/office/drawing/2014/main" id="{8AFD7F70-A15D-CA1B-0633-B8E5FE2E7A9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645900" y="7086600"/>
            <a:ext cx="3429000" cy="25400"/>
          </a:xfrm>
          <a:prstGeom prst="rect">
            <a:avLst/>
          </a:prstGeom>
        </p:spPr>
      </p:pic>
      <p:sp>
        <p:nvSpPr>
          <p:cNvPr id="40" name="TextBox 14">
            <a:extLst>
              <a:ext uri="{FF2B5EF4-FFF2-40B4-BE49-F238E27FC236}">
                <a16:creationId xmlns:a16="http://schemas.microsoft.com/office/drawing/2014/main" id="{B11BF37A-A64F-553B-C113-C11C2A0D66B1}"/>
              </a:ext>
            </a:extLst>
          </p:cNvPr>
          <p:cNvSpPr txBox="1"/>
          <p:nvPr/>
        </p:nvSpPr>
        <p:spPr>
          <a:xfrm>
            <a:off x="2692400" y="6362700"/>
            <a:ext cx="4699000" cy="3810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r>
              <a:rPr lang="ko-KR" altLang="en-US" sz="3600" b="0" i="0" u="none" strike="noStrike" dirty="0">
                <a:solidFill>
                  <a:srgbClr val="000000"/>
                </a:solidFill>
                <a:ea typeface="Hakgyoansim Chulseokbu TTF B"/>
              </a:rPr>
              <a:t>금융 상담 접근성 문제</a:t>
            </a:r>
            <a:endParaRPr lang="ko-KR" sz="3600" b="0" i="0" u="none" strike="noStrike" dirty="0">
              <a:solidFill>
                <a:srgbClr val="000000"/>
              </a:solidFill>
              <a:ea typeface="Hakgyoansim Chulseokbu TTF B"/>
            </a:endParaRPr>
          </a:p>
        </p:txBody>
      </p:sp>
      <p:sp>
        <p:nvSpPr>
          <p:cNvPr id="41" name="TextBox 15">
            <a:extLst>
              <a:ext uri="{FF2B5EF4-FFF2-40B4-BE49-F238E27FC236}">
                <a16:creationId xmlns:a16="http://schemas.microsoft.com/office/drawing/2014/main" id="{CCDF986E-D555-65EB-B0D3-E98A120F178A}"/>
              </a:ext>
            </a:extLst>
          </p:cNvPr>
          <p:cNvSpPr txBox="1"/>
          <p:nvPr/>
        </p:nvSpPr>
        <p:spPr>
          <a:xfrm>
            <a:off x="7454900" y="6375400"/>
            <a:ext cx="3594100" cy="3810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r>
              <a:rPr lang="ko-KR" altLang="en-US" sz="3600" b="0" i="0" u="none" strike="noStrike" dirty="0">
                <a:solidFill>
                  <a:srgbClr val="FFFFFF"/>
                </a:solidFill>
                <a:ea typeface="Hakgyoansim Chulseokbu TTF B"/>
              </a:rPr>
              <a:t>획일적 서비스</a:t>
            </a:r>
            <a:endParaRPr lang="ko-KR" sz="3600" b="0" i="0" u="none" strike="noStrike" dirty="0">
              <a:solidFill>
                <a:srgbClr val="FFFFFF"/>
              </a:solidFill>
              <a:ea typeface="Hakgyoansim Chulseokbu TTF B"/>
            </a:endParaRPr>
          </a:p>
        </p:txBody>
      </p:sp>
      <p:sp>
        <p:nvSpPr>
          <p:cNvPr id="42" name="TextBox 16">
            <a:extLst>
              <a:ext uri="{FF2B5EF4-FFF2-40B4-BE49-F238E27FC236}">
                <a16:creationId xmlns:a16="http://schemas.microsoft.com/office/drawing/2014/main" id="{DA2E65B8-9904-D581-39E9-0C9E4CFF6D6C}"/>
              </a:ext>
            </a:extLst>
          </p:cNvPr>
          <p:cNvSpPr txBox="1"/>
          <p:nvPr/>
        </p:nvSpPr>
        <p:spPr>
          <a:xfrm>
            <a:off x="11353800" y="6375400"/>
            <a:ext cx="4267200" cy="3810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r>
              <a:rPr lang="ko-KR" altLang="en-US" sz="3600" b="0" i="0" u="none" strike="noStrike" dirty="0">
                <a:solidFill>
                  <a:srgbClr val="FFFFFF"/>
                </a:solidFill>
                <a:ea typeface="Hakgyoansim Chulseokbu TTF B"/>
              </a:rPr>
              <a:t>통합 서비스 필요성</a:t>
            </a:r>
          </a:p>
        </p:txBody>
      </p:sp>
      <p:sp>
        <p:nvSpPr>
          <p:cNvPr id="43" name="TextBox 17">
            <a:extLst>
              <a:ext uri="{FF2B5EF4-FFF2-40B4-BE49-F238E27FC236}">
                <a16:creationId xmlns:a16="http://schemas.microsoft.com/office/drawing/2014/main" id="{560E6378-AEF0-7E1F-13DB-3A9350756329}"/>
              </a:ext>
            </a:extLst>
          </p:cNvPr>
          <p:cNvSpPr txBox="1"/>
          <p:nvPr/>
        </p:nvSpPr>
        <p:spPr>
          <a:xfrm>
            <a:off x="3530600" y="7416800"/>
            <a:ext cx="2984500" cy="711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24499"/>
              </a:lnSpc>
            </a:pPr>
            <a:r>
              <a:rPr lang="ko-KR" altLang="en-US" sz="2400" dirty="0">
                <a:solidFill>
                  <a:srgbClr val="525252"/>
                </a:solidFill>
                <a:ea typeface="Pretendard Light"/>
              </a:rPr>
              <a:t>전문 상담 비용이 높고 절차가 복잡함</a:t>
            </a:r>
            <a:endParaRPr lang="en-US" sz="2400" b="0" i="0" u="none" strike="noStrike" dirty="0">
              <a:solidFill>
                <a:srgbClr val="525252"/>
              </a:solidFill>
              <a:latin typeface="Pretendard Light"/>
            </a:endParaRPr>
          </a:p>
        </p:txBody>
      </p:sp>
      <p:sp>
        <p:nvSpPr>
          <p:cNvPr id="44" name="TextBox 18">
            <a:extLst>
              <a:ext uri="{FF2B5EF4-FFF2-40B4-BE49-F238E27FC236}">
                <a16:creationId xmlns:a16="http://schemas.microsoft.com/office/drawing/2014/main" id="{4DD76798-7477-F64A-3623-C485E670B240}"/>
              </a:ext>
            </a:extLst>
          </p:cNvPr>
          <p:cNvSpPr txBox="1"/>
          <p:nvPr/>
        </p:nvSpPr>
        <p:spPr>
          <a:xfrm>
            <a:off x="7505700" y="7416800"/>
            <a:ext cx="3378200" cy="711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24499"/>
              </a:lnSpc>
            </a:pPr>
            <a:r>
              <a:rPr lang="ko-KR" altLang="en-US" sz="2400" b="0" i="0" u="none" strike="noStrike" dirty="0">
                <a:solidFill>
                  <a:srgbClr val="FFFFFF"/>
                </a:solidFill>
                <a:ea typeface="Pretendard Light"/>
              </a:rPr>
              <a:t>개인 맞춤형 조언 부족</a:t>
            </a:r>
            <a:endParaRPr lang="en-US" sz="2400" b="0" i="0" u="none" strike="noStrike" dirty="0">
              <a:solidFill>
                <a:srgbClr val="FFFFFF"/>
              </a:solidFill>
              <a:latin typeface="Pretendard Light"/>
            </a:endParaRPr>
          </a:p>
        </p:txBody>
      </p:sp>
      <p:sp>
        <p:nvSpPr>
          <p:cNvPr id="45" name="TextBox 19">
            <a:extLst>
              <a:ext uri="{FF2B5EF4-FFF2-40B4-BE49-F238E27FC236}">
                <a16:creationId xmlns:a16="http://schemas.microsoft.com/office/drawing/2014/main" id="{D28DD46A-BEE3-5626-AD53-177DA3A08C12}"/>
              </a:ext>
            </a:extLst>
          </p:cNvPr>
          <p:cNvSpPr txBox="1"/>
          <p:nvPr/>
        </p:nvSpPr>
        <p:spPr>
          <a:xfrm>
            <a:off x="11861800" y="7416800"/>
            <a:ext cx="2984500" cy="711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24499"/>
              </a:lnSpc>
            </a:pPr>
            <a:r>
              <a:rPr lang="ko-KR" altLang="en-US" sz="2400" b="0" i="0" u="none" strike="noStrike" dirty="0">
                <a:solidFill>
                  <a:srgbClr val="FFFFFF"/>
                </a:solidFill>
                <a:ea typeface="Pretendard Light"/>
              </a:rPr>
              <a:t>학습과 상담을 하나의 플랫폼에서 제공</a:t>
            </a:r>
            <a:endParaRPr lang="en-US" sz="2400" b="0" i="0" u="none" strike="noStrike" dirty="0">
              <a:solidFill>
                <a:srgbClr val="FFFFFF"/>
              </a:solidFill>
              <a:latin typeface="Pretendard Light"/>
            </a:endParaRPr>
          </a:p>
        </p:txBody>
      </p:sp>
      <p:pic>
        <p:nvPicPr>
          <p:cNvPr id="49" name="그래픽 48" descr="사용자 단색으로 채워진">
            <a:extLst>
              <a:ext uri="{FF2B5EF4-FFF2-40B4-BE49-F238E27FC236}">
                <a16:creationId xmlns:a16="http://schemas.microsoft.com/office/drawing/2014/main" id="{ACF6A74E-8143-85B6-DE3C-DE3BA9B904F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185150" y="4394200"/>
            <a:ext cx="1917700" cy="1917700"/>
          </a:xfrm>
          <a:prstGeom prst="rect">
            <a:avLst/>
          </a:prstGeom>
        </p:spPr>
      </p:pic>
      <p:pic>
        <p:nvPicPr>
          <p:cNvPr id="51" name="그래픽 50" descr="전구 및 기어  단색으로 채워진">
            <a:extLst>
              <a:ext uri="{FF2B5EF4-FFF2-40B4-BE49-F238E27FC236}">
                <a16:creationId xmlns:a16="http://schemas.microsoft.com/office/drawing/2014/main" id="{9534D997-62D8-E99A-BF69-9AC81AEDBC75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2515850" y="4416425"/>
            <a:ext cx="1676400" cy="1676400"/>
          </a:xfrm>
          <a:prstGeom prst="rect">
            <a:avLst/>
          </a:prstGeom>
        </p:spPr>
      </p:pic>
      <p:pic>
        <p:nvPicPr>
          <p:cNvPr id="4" name="그래픽 3" descr="자막 단색으로 채워진">
            <a:extLst>
              <a:ext uri="{FF2B5EF4-FFF2-40B4-BE49-F238E27FC236}">
                <a16:creationId xmlns:a16="http://schemas.microsoft.com/office/drawing/2014/main" id="{089A5130-41CD-CB86-1F8A-72CDA408C929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4027487" y="4409701"/>
            <a:ext cx="2028825" cy="202882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FE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09B5DA3-98E3-EFAB-9527-A21D0F4538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3">
            <a:extLst>
              <a:ext uri="{FF2B5EF4-FFF2-40B4-BE49-F238E27FC236}">
                <a16:creationId xmlns:a16="http://schemas.microsoft.com/office/drawing/2014/main" id="{B8280BAF-01B0-16E9-D8E3-8F4F6E46C1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9055100" y="-9055100"/>
            <a:ext cx="241300" cy="18338800"/>
          </a:xfrm>
          <a:prstGeom prst="rect">
            <a:avLst/>
          </a:prstGeom>
        </p:spPr>
      </p:pic>
      <p:sp>
        <p:nvSpPr>
          <p:cNvPr id="7" name="TextBox 7">
            <a:extLst>
              <a:ext uri="{FF2B5EF4-FFF2-40B4-BE49-F238E27FC236}">
                <a16:creationId xmlns:a16="http://schemas.microsoft.com/office/drawing/2014/main" id="{C3C2FA54-581A-FE7F-0D6C-7B30392263EC}"/>
              </a:ext>
            </a:extLst>
          </p:cNvPr>
          <p:cNvSpPr txBox="1"/>
          <p:nvPr/>
        </p:nvSpPr>
        <p:spPr>
          <a:xfrm>
            <a:off x="419100" y="508000"/>
            <a:ext cx="2273300" cy="2540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24499"/>
              </a:lnSpc>
            </a:pPr>
            <a:r>
              <a:rPr lang="en-US" sz="1400" b="0" i="0" u="none" strike="noStrike" spc="100">
                <a:solidFill>
                  <a:srgbClr val="3B7DDD"/>
                </a:solidFill>
                <a:latin typeface="Pretendard SemiBold"/>
              </a:rPr>
              <a:t>PRESENTATION</a:t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86149509-C600-06E4-03BB-4E20A8E84514}"/>
              </a:ext>
            </a:extLst>
          </p:cNvPr>
          <p:cNvSpPr txBox="1"/>
          <p:nvPr/>
        </p:nvSpPr>
        <p:spPr>
          <a:xfrm>
            <a:off x="1168400" y="1409700"/>
            <a:ext cx="2032000" cy="10668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en-US" sz="6000" b="0" i="0" u="none" strike="noStrike" dirty="0">
                <a:solidFill>
                  <a:srgbClr val="004AB6"/>
                </a:solidFill>
                <a:latin typeface="Pretendard SemiBold"/>
              </a:rPr>
              <a:t>0</a:t>
            </a:r>
            <a:r>
              <a:rPr lang="en-US" sz="6000" dirty="0">
                <a:solidFill>
                  <a:srgbClr val="004AB6"/>
                </a:solidFill>
                <a:latin typeface="Pretendard SemiBold"/>
              </a:rPr>
              <a:t>1</a:t>
            </a:r>
            <a:endParaRPr lang="en-US" sz="6000" b="0" i="0" u="none" strike="noStrike" dirty="0">
              <a:solidFill>
                <a:srgbClr val="004AB6"/>
              </a:solidFill>
              <a:latin typeface="Pretendard SemiBold"/>
            </a:endParaRP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ACA16A67-77A9-9591-9DB0-D29F1B1616CF}"/>
              </a:ext>
            </a:extLst>
          </p:cNvPr>
          <p:cNvSpPr txBox="1"/>
          <p:nvPr/>
        </p:nvSpPr>
        <p:spPr>
          <a:xfrm>
            <a:off x="1168400" y="2374900"/>
            <a:ext cx="8585200" cy="11938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ko-KR" altLang="en-US" sz="6700" b="0" i="0" u="none" strike="noStrike" dirty="0">
                <a:solidFill>
                  <a:srgbClr val="201A74"/>
                </a:solidFill>
                <a:ea typeface="Hakgyoansim Chulseokbu TTF B"/>
              </a:rPr>
              <a:t>프로젝트 목표</a:t>
            </a:r>
            <a:endParaRPr lang="ko-KR" sz="6700" b="0" i="0" u="none" strike="noStrike" dirty="0">
              <a:solidFill>
                <a:srgbClr val="201A74"/>
              </a:solidFill>
              <a:ea typeface="Hakgyoansim Chulseokbu TTF B"/>
            </a:endParaRPr>
          </a:p>
        </p:txBody>
      </p:sp>
      <p:pic>
        <p:nvPicPr>
          <p:cNvPr id="22" name="Picture 9">
            <a:extLst>
              <a:ext uri="{FF2B5EF4-FFF2-40B4-BE49-F238E27FC236}">
                <a16:creationId xmlns:a16="http://schemas.microsoft.com/office/drawing/2014/main" id="{30EE3555-74E9-2180-98DA-D270D8C744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54400" y="444500"/>
            <a:ext cx="1718129" cy="635000"/>
          </a:xfrm>
          <a:prstGeom prst="rect">
            <a:avLst/>
          </a:prstGeom>
        </p:spPr>
      </p:pic>
      <p:sp>
        <p:nvSpPr>
          <p:cNvPr id="24" name="TextBox 16">
            <a:extLst>
              <a:ext uri="{FF2B5EF4-FFF2-40B4-BE49-F238E27FC236}">
                <a16:creationId xmlns:a16="http://schemas.microsoft.com/office/drawing/2014/main" id="{3CC76634-5A02-365D-FD2B-B8FBD482192C}"/>
              </a:ext>
            </a:extLst>
          </p:cNvPr>
          <p:cNvSpPr txBox="1"/>
          <p:nvPr/>
        </p:nvSpPr>
        <p:spPr>
          <a:xfrm>
            <a:off x="16383000" y="508000"/>
            <a:ext cx="1295400" cy="4445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r>
              <a:rPr lang="en-US" sz="2600" b="0" i="0" u="none" strike="noStrike" dirty="0">
                <a:solidFill>
                  <a:srgbClr val="FFFFFF"/>
                </a:solidFill>
                <a:latin typeface="Pretendard Bold"/>
              </a:rPr>
              <a:t>Part1-2</a:t>
            </a:r>
          </a:p>
        </p:txBody>
      </p:sp>
      <p:sp>
        <p:nvSpPr>
          <p:cNvPr id="2" name="L 도형 1">
            <a:extLst>
              <a:ext uri="{FF2B5EF4-FFF2-40B4-BE49-F238E27FC236}">
                <a16:creationId xmlns:a16="http://schemas.microsoft.com/office/drawing/2014/main" id="{E703B05A-8600-8A85-4E09-4B666C6CF67B}"/>
              </a:ext>
            </a:extLst>
          </p:cNvPr>
          <p:cNvSpPr/>
          <p:nvPr/>
        </p:nvSpPr>
        <p:spPr>
          <a:xfrm rot="10800000">
            <a:off x="14173200" y="3874770"/>
            <a:ext cx="1295400" cy="1192530"/>
          </a:xfrm>
          <a:prstGeom prst="corner">
            <a:avLst>
              <a:gd name="adj1" fmla="val 18498"/>
              <a:gd name="adj2" fmla="val 17766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5" name="L 도형 4">
            <a:extLst>
              <a:ext uri="{FF2B5EF4-FFF2-40B4-BE49-F238E27FC236}">
                <a16:creationId xmlns:a16="http://schemas.microsoft.com/office/drawing/2014/main" id="{8A73F54D-691E-AC32-EF91-42EB16A8A0B5}"/>
              </a:ext>
            </a:extLst>
          </p:cNvPr>
          <p:cNvSpPr/>
          <p:nvPr/>
        </p:nvSpPr>
        <p:spPr>
          <a:xfrm>
            <a:off x="2819400" y="6515100"/>
            <a:ext cx="1295400" cy="1192530"/>
          </a:xfrm>
          <a:prstGeom prst="corner">
            <a:avLst>
              <a:gd name="adj1" fmla="val 18498"/>
              <a:gd name="adj2" fmla="val 17766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E6473D1-E003-85B3-0671-9CD428B7DF1C}"/>
              </a:ext>
            </a:extLst>
          </p:cNvPr>
          <p:cNvSpPr txBox="1"/>
          <p:nvPr/>
        </p:nvSpPr>
        <p:spPr>
          <a:xfrm>
            <a:off x="3581400" y="4533900"/>
            <a:ext cx="11125200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5400" dirty="0">
                <a:solidFill>
                  <a:srgbClr val="C00000"/>
                </a:solidFill>
                <a:latin typeface="Hakgyoansim Chulseokbu TTF B" panose="020B0600000101010101" charset="-127"/>
                <a:ea typeface="Hakgyoansim Chulseokbu TTF B" panose="020B0600000101010101" charset="-127"/>
              </a:rPr>
              <a:t>실제 금융업</a:t>
            </a:r>
            <a:r>
              <a:rPr lang="ko-KR" altLang="en-US" sz="5400" dirty="0">
                <a:solidFill>
                  <a:srgbClr val="201A74"/>
                </a:solidFill>
                <a:latin typeface="Hakgyoansim Chulseokbu TTF B" panose="020B0600000101010101" charset="-127"/>
                <a:ea typeface="Hakgyoansim Chulseokbu TTF B" panose="020B0600000101010101" charset="-127"/>
              </a:rPr>
              <a:t>에 활용 가능한 기술력</a:t>
            </a:r>
            <a:r>
              <a:rPr lang="en-US" altLang="ko-KR" sz="5400" dirty="0">
                <a:solidFill>
                  <a:srgbClr val="201A74"/>
                </a:solidFill>
                <a:latin typeface="Hakgyoansim Chulseokbu TTF B" panose="020B0600000101010101" charset="-127"/>
                <a:ea typeface="Hakgyoansim Chulseokbu TTF B" panose="020B0600000101010101" charset="-127"/>
              </a:rPr>
              <a:t>, </a:t>
            </a:r>
            <a:r>
              <a:rPr lang="ko-KR" altLang="en-US" sz="5400" dirty="0">
                <a:solidFill>
                  <a:srgbClr val="C00000"/>
                </a:solidFill>
                <a:latin typeface="Hakgyoansim Chulseokbu TTF B" panose="020B0600000101010101" charset="-127"/>
                <a:ea typeface="Hakgyoansim Chulseokbu TTF B" panose="020B0600000101010101" charset="-127"/>
              </a:rPr>
              <a:t>데이터</a:t>
            </a:r>
            <a:r>
              <a:rPr lang="ko-KR" altLang="en-US" sz="5400" dirty="0">
                <a:solidFill>
                  <a:srgbClr val="201A74"/>
                </a:solidFill>
                <a:latin typeface="Hakgyoansim Chulseokbu TTF B" panose="020B0600000101010101" charset="-127"/>
                <a:ea typeface="Hakgyoansim Chulseokbu TTF B" panose="020B0600000101010101" charset="-127"/>
              </a:rPr>
              <a:t> 활용 능력</a:t>
            </a:r>
            <a:r>
              <a:rPr lang="en-US" altLang="ko-KR" sz="5400" dirty="0">
                <a:solidFill>
                  <a:srgbClr val="201A74"/>
                </a:solidFill>
                <a:latin typeface="Hakgyoansim Chulseokbu TTF B" panose="020B0600000101010101" charset="-127"/>
                <a:ea typeface="Hakgyoansim Chulseokbu TTF B" panose="020B0600000101010101" charset="-127"/>
              </a:rPr>
              <a:t>, </a:t>
            </a:r>
            <a:r>
              <a:rPr lang="en-US" altLang="ko-KR" sz="5400" dirty="0">
                <a:solidFill>
                  <a:srgbClr val="C00000"/>
                </a:solidFill>
                <a:latin typeface="Hakgyoansim Chulseokbu TTF B" panose="020B0600000101010101" charset="-127"/>
                <a:ea typeface="Hakgyoansim Chulseokbu TTF B" panose="020B0600000101010101" charset="-127"/>
              </a:rPr>
              <a:t>LLM</a:t>
            </a:r>
            <a:r>
              <a:rPr lang="ko-KR" altLang="en-US" sz="5400" dirty="0">
                <a:solidFill>
                  <a:srgbClr val="201A74"/>
                </a:solidFill>
                <a:latin typeface="Hakgyoansim Chulseokbu TTF B" panose="020B0600000101010101" charset="-127"/>
                <a:ea typeface="Hakgyoansim Chulseokbu TTF B" panose="020B0600000101010101" charset="-127"/>
              </a:rPr>
              <a:t>조정 및 운영 역량을 입증하는 </a:t>
            </a:r>
            <a:r>
              <a:rPr lang="ko-KR" altLang="en-US" sz="5400" dirty="0">
                <a:solidFill>
                  <a:srgbClr val="C00000"/>
                </a:solidFill>
                <a:latin typeface="Hakgyoansim Chulseokbu TTF B" panose="020B0600000101010101" charset="-127"/>
                <a:ea typeface="Hakgyoansim Chulseokbu TTF B" panose="020B0600000101010101" charset="-127"/>
              </a:rPr>
              <a:t>시스템 구축</a:t>
            </a:r>
          </a:p>
        </p:txBody>
      </p:sp>
    </p:spTree>
    <p:extLst>
      <p:ext uri="{BB962C8B-B14F-4D97-AF65-F5344CB8AC3E}">
        <p14:creationId xmlns:p14="http://schemas.microsoft.com/office/powerpoint/2010/main" val="3346467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F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9055100" y="-9055100"/>
            <a:ext cx="241300" cy="18338800"/>
          </a:xfrm>
          <a:prstGeom prst="rect">
            <a:avLst/>
          </a:prstGeom>
        </p:spPr>
      </p:pic>
      <p:pic>
        <p:nvPicPr>
          <p:cNvPr id="25" name="Picture 9">
            <a:extLst>
              <a:ext uri="{FF2B5EF4-FFF2-40B4-BE49-F238E27FC236}">
                <a16:creationId xmlns:a16="http://schemas.microsoft.com/office/drawing/2014/main" id="{480DDBB2-50A1-FE53-BE87-F077ADA681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54400" y="471714"/>
            <a:ext cx="1718129" cy="635000"/>
          </a:xfrm>
          <a:prstGeom prst="rect">
            <a:avLst/>
          </a:prstGeom>
        </p:spPr>
      </p:pic>
      <p:sp>
        <p:nvSpPr>
          <p:cNvPr id="26" name="TextBox 16">
            <a:extLst>
              <a:ext uri="{FF2B5EF4-FFF2-40B4-BE49-F238E27FC236}">
                <a16:creationId xmlns:a16="http://schemas.microsoft.com/office/drawing/2014/main" id="{C287F65F-6711-07C2-CDFA-A5C5122E6CB7}"/>
              </a:ext>
            </a:extLst>
          </p:cNvPr>
          <p:cNvSpPr txBox="1"/>
          <p:nvPr/>
        </p:nvSpPr>
        <p:spPr>
          <a:xfrm>
            <a:off x="16154401" y="444500"/>
            <a:ext cx="1718128" cy="6350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r>
              <a:rPr lang="en-US" sz="2600" b="0" i="0" u="none" strike="noStrike" dirty="0">
                <a:solidFill>
                  <a:srgbClr val="FFFFFF"/>
                </a:solidFill>
                <a:latin typeface="Pretendard Bold"/>
              </a:rPr>
              <a:t>Part2-1</a:t>
            </a:r>
          </a:p>
        </p:txBody>
      </p:sp>
      <p:sp>
        <p:nvSpPr>
          <p:cNvPr id="27" name="TextBox 22">
            <a:extLst>
              <a:ext uri="{FF2B5EF4-FFF2-40B4-BE49-F238E27FC236}">
                <a16:creationId xmlns:a16="http://schemas.microsoft.com/office/drawing/2014/main" id="{04B89268-E7FD-1068-4734-4437C213CB76}"/>
              </a:ext>
            </a:extLst>
          </p:cNvPr>
          <p:cNvSpPr txBox="1"/>
          <p:nvPr/>
        </p:nvSpPr>
        <p:spPr>
          <a:xfrm>
            <a:off x="8128000" y="902970"/>
            <a:ext cx="2032000" cy="117348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en-US" sz="6000" b="0" i="0" u="none" strike="noStrike" dirty="0">
                <a:solidFill>
                  <a:srgbClr val="004AB6"/>
                </a:solidFill>
                <a:latin typeface="Pretendard SemiBold"/>
              </a:rPr>
              <a:t>0</a:t>
            </a:r>
            <a:r>
              <a:rPr lang="en-US" sz="6000" dirty="0">
                <a:solidFill>
                  <a:srgbClr val="004AB6"/>
                </a:solidFill>
                <a:latin typeface="Pretendard SemiBold"/>
              </a:rPr>
              <a:t>2</a:t>
            </a:r>
            <a:endParaRPr lang="en-US" sz="6000" b="0" i="0" u="none" strike="noStrike" dirty="0">
              <a:solidFill>
                <a:srgbClr val="004AB6"/>
              </a:solidFill>
              <a:latin typeface="Pretendard SemiBold"/>
            </a:endParaRPr>
          </a:p>
        </p:txBody>
      </p:sp>
      <p:sp>
        <p:nvSpPr>
          <p:cNvPr id="28" name="TextBox 23">
            <a:extLst>
              <a:ext uri="{FF2B5EF4-FFF2-40B4-BE49-F238E27FC236}">
                <a16:creationId xmlns:a16="http://schemas.microsoft.com/office/drawing/2014/main" id="{5DD0F71B-2E9A-B79C-1F1A-5362FC978587}"/>
              </a:ext>
            </a:extLst>
          </p:cNvPr>
          <p:cNvSpPr txBox="1"/>
          <p:nvPr/>
        </p:nvSpPr>
        <p:spPr>
          <a:xfrm>
            <a:off x="4533900" y="1925320"/>
            <a:ext cx="9220200" cy="131318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ko-KR" altLang="en-US" sz="6700" dirty="0">
                <a:solidFill>
                  <a:srgbClr val="201A74"/>
                </a:solidFill>
                <a:ea typeface="Hakgyoansim Chulseokbu TTF B"/>
              </a:rPr>
              <a:t>업무분장</a:t>
            </a:r>
            <a:endParaRPr lang="ko-KR" sz="6700" b="0" i="0" u="none" strike="noStrike" dirty="0">
              <a:solidFill>
                <a:srgbClr val="201A74"/>
              </a:solidFill>
              <a:ea typeface="Hakgyoansim Chulseokbu TTF B"/>
            </a:endParaRPr>
          </a:p>
        </p:txBody>
      </p:sp>
      <p:graphicFrame>
        <p:nvGraphicFramePr>
          <p:cNvPr id="30" name="표 29">
            <a:extLst>
              <a:ext uri="{FF2B5EF4-FFF2-40B4-BE49-F238E27FC236}">
                <a16:creationId xmlns:a16="http://schemas.microsoft.com/office/drawing/2014/main" id="{8B555964-F059-068C-F914-90EEF174FAD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98879042"/>
              </p:ext>
            </p:extLst>
          </p:nvPr>
        </p:nvGraphicFramePr>
        <p:xfrm>
          <a:off x="6350" y="3856239"/>
          <a:ext cx="18281652" cy="49339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0413">
                  <a:extLst>
                    <a:ext uri="{9D8B030D-6E8A-4147-A177-3AD203B41FA5}">
                      <a16:colId xmlns:a16="http://schemas.microsoft.com/office/drawing/2014/main" val="3008722212"/>
                    </a:ext>
                  </a:extLst>
                </a:gridCol>
                <a:gridCol w="4570413">
                  <a:extLst>
                    <a:ext uri="{9D8B030D-6E8A-4147-A177-3AD203B41FA5}">
                      <a16:colId xmlns:a16="http://schemas.microsoft.com/office/drawing/2014/main" val="392950906"/>
                    </a:ext>
                  </a:extLst>
                </a:gridCol>
                <a:gridCol w="4570413">
                  <a:extLst>
                    <a:ext uri="{9D8B030D-6E8A-4147-A177-3AD203B41FA5}">
                      <a16:colId xmlns:a16="http://schemas.microsoft.com/office/drawing/2014/main" val="3176481245"/>
                    </a:ext>
                  </a:extLst>
                </a:gridCol>
                <a:gridCol w="4570413">
                  <a:extLst>
                    <a:ext uri="{9D8B030D-6E8A-4147-A177-3AD203B41FA5}">
                      <a16:colId xmlns:a16="http://schemas.microsoft.com/office/drawing/2014/main" val="1658850398"/>
                    </a:ext>
                  </a:extLst>
                </a:gridCol>
              </a:tblGrid>
              <a:tr h="83400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3500" dirty="0">
                          <a:latin typeface="Hakgyoansim Chulseokbu TTF B" panose="020B0600000101010101" charset="-127"/>
                          <a:ea typeface="Hakgyoansim Chulseokbu TTF B" panose="020B0600000101010101" charset="-127"/>
                        </a:rPr>
                        <a:t>심재성</a:t>
                      </a:r>
                    </a:p>
                  </a:txBody>
                  <a:tcPr marT="50292" marB="50292" anchor="ctr">
                    <a:solidFill>
                      <a:srgbClr val="004AB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3500" dirty="0">
                          <a:latin typeface="Hakgyoansim Chulseokbu TTF B" panose="020B0600000101010101" charset="-127"/>
                          <a:ea typeface="Hakgyoansim Chulseokbu TTF B" panose="020B0600000101010101" charset="-127"/>
                        </a:rPr>
                        <a:t>김영신</a:t>
                      </a:r>
                    </a:p>
                  </a:txBody>
                  <a:tcPr marT="50292" marB="50292" anchor="ctr">
                    <a:solidFill>
                      <a:srgbClr val="004AB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3500" dirty="0">
                          <a:latin typeface="Hakgyoansim Chulseokbu TTF B" panose="020B0600000101010101" charset="-127"/>
                          <a:ea typeface="Hakgyoansim Chulseokbu TTF B" panose="020B0600000101010101" charset="-127"/>
                        </a:rPr>
                        <a:t>박광수</a:t>
                      </a:r>
                    </a:p>
                  </a:txBody>
                  <a:tcPr marT="50292" marB="50292" anchor="ctr">
                    <a:solidFill>
                      <a:srgbClr val="004AB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3500" dirty="0" err="1">
                          <a:latin typeface="Hakgyoansim Chulseokbu TTF B" panose="020B0600000101010101" charset="-127"/>
                          <a:ea typeface="Hakgyoansim Chulseokbu TTF B" panose="020B0600000101010101" charset="-127"/>
                        </a:rPr>
                        <a:t>정서희</a:t>
                      </a:r>
                      <a:endParaRPr lang="ko-KR" altLang="en-US" sz="3500" dirty="0">
                        <a:latin typeface="Hakgyoansim Chulseokbu TTF B" panose="020B0600000101010101" charset="-127"/>
                        <a:ea typeface="Hakgyoansim Chulseokbu TTF B" panose="020B0600000101010101" charset="-127"/>
                      </a:endParaRPr>
                    </a:p>
                  </a:txBody>
                  <a:tcPr marT="50292" marB="50292" anchor="ctr">
                    <a:solidFill>
                      <a:srgbClr val="004AB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4237130"/>
                  </a:ext>
                </a:extLst>
              </a:tr>
              <a:tr h="4099963">
                <a:tc>
                  <a:txBody>
                    <a:bodyPr/>
                    <a:lstStyle/>
                    <a:p>
                      <a:pPr latinLnBrk="1"/>
                      <a:endParaRPr lang="ko-KR" altLang="en-US" sz="2000" dirty="0"/>
                    </a:p>
                  </a:txBody>
                  <a:tcPr marT="50292" marB="50292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2000" dirty="0"/>
                    </a:p>
                  </a:txBody>
                  <a:tcPr marT="50292" marB="50292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2000" dirty="0"/>
                    </a:p>
                  </a:txBody>
                  <a:tcPr marT="50292" marB="50292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2000" dirty="0"/>
                    </a:p>
                  </a:txBody>
                  <a:tcPr marT="50292" marB="50292"/>
                </a:tc>
                <a:extLst>
                  <a:ext uri="{0D108BD9-81ED-4DB2-BD59-A6C34878D82A}">
                    <a16:rowId xmlns:a16="http://schemas.microsoft.com/office/drawing/2014/main" val="4074253774"/>
                  </a:ext>
                </a:extLst>
              </a:tr>
            </a:tbl>
          </a:graphicData>
        </a:graphic>
      </p:graphicFrame>
      <p:pic>
        <p:nvPicPr>
          <p:cNvPr id="33" name="그래픽 32" descr="확인 표시 단색으로 채워진">
            <a:extLst>
              <a:ext uri="{FF2B5EF4-FFF2-40B4-BE49-F238E27FC236}">
                <a16:creationId xmlns:a16="http://schemas.microsoft.com/office/drawing/2014/main" id="{70258DC1-493D-E670-247A-F82E0DFFE34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862286" y="4980245"/>
            <a:ext cx="533400" cy="533400"/>
          </a:xfrm>
          <a:prstGeom prst="rect">
            <a:avLst/>
          </a:prstGeom>
        </p:spPr>
      </p:pic>
      <p:sp>
        <p:nvSpPr>
          <p:cNvPr id="34" name="TextBox 33">
            <a:extLst>
              <a:ext uri="{FF2B5EF4-FFF2-40B4-BE49-F238E27FC236}">
                <a16:creationId xmlns:a16="http://schemas.microsoft.com/office/drawing/2014/main" id="{2515DB1A-47F3-20FA-A2E5-A8DF0D867E48}"/>
              </a:ext>
            </a:extLst>
          </p:cNvPr>
          <p:cNvSpPr txBox="1"/>
          <p:nvPr/>
        </p:nvSpPr>
        <p:spPr>
          <a:xfrm>
            <a:off x="5486400" y="4928870"/>
            <a:ext cx="37338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200" dirty="0">
                <a:latin typeface="Hakgyoansim Chulseokbu TTF B" panose="020B0600000101010101" charset="-127"/>
                <a:ea typeface="Hakgyoansim Chulseokbu TTF B" panose="020B0600000101010101" charset="-127"/>
              </a:rPr>
              <a:t>일정관리</a:t>
            </a:r>
          </a:p>
        </p:txBody>
      </p:sp>
      <p:pic>
        <p:nvPicPr>
          <p:cNvPr id="35" name="그래픽 34" descr="확인 표시 단색으로 채워진">
            <a:extLst>
              <a:ext uri="{FF2B5EF4-FFF2-40B4-BE49-F238E27FC236}">
                <a16:creationId xmlns:a16="http://schemas.microsoft.com/office/drawing/2014/main" id="{BD583027-ADA5-6EF2-FCCC-51CFB8102B7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296400" y="4980245"/>
            <a:ext cx="533400" cy="533400"/>
          </a:xfrm>
          <a:prstGeom prst="rect">
            <a:avLst/>
          </a:prstGeom>
        </p:spPr>
      </p:pic>
      <p:sp>
        <p:nvSpPr>
          <p:cNvPr id="36" name="TextBox 35">
            <a:extLst>
              <a:ext uri="{FF2B5EF4-FFF2-40B4-BE49-F238E27FC236}">
                <a16:creationId xmlns:a16="http://schemas.microsoft.com/office/drawing/2014/main" id="{1DDF3AED-E91F-7C2E-89B8-DB80B1E17E0C}"/>
              </a:ext>
            </a:extLst>
          </p:cNvPr>
          <p:cNvSpPr txBox="1"/>
          <p:nvPr/>
        </p:nvSpPr>
        <p:spPr>
          <a:xfrm>
            <a:off x="9920514" y="4928870"/>
            <a:ext cx="37338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200" dirty="0">
                <a:latin typeface="Hakgyoansim Chulseokbu TTF B" panose="020B0600000101010101" charset="-127"/>
                <a:ea typeface="Hakgyoansim Chulseokbu TTF B" panose="020B0600000101010101" charset="-127"/>
              </a:rPr>
              <a:t>작업일지 관리</a:t>
            </a:r>
          </a:p>
        </p:txBody>
      </p:sp>
      <p:pic>
        <p:nvPicPr>
          <p:cNvPr id="37" name="그래픽 36" descr="확인 표시 단색으로 채워진">
            <a:extLst>
              <a:ext uri="{FF2B5EF4-FFF2-40B4-BE49-F238E27FC236}">
                <a16:creationId xmlns:a16="http://schemas.microsoft.com/office/drawing/2014/main" id="{304684CD-203C-FAF4-D079-FBC02908D80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3965465" y="4980245"/>
            <a:ext cx="533400" cy="533400"/>
          </a:xfrm>
          <a:prstGeom prst="rect">
            <a:avLst/>
          </a:prstGeom>
        </p:spPr>
      </p:pic>
      <p:sp>
        <p:nvSpPr>
          <p:cNvPr id="38" name="TextBox 37">
            <a:extLst>
              <a:ext uri="{FF2B5EF4-FFF2-40B4-BE49-F238E27FC236}">
                <a16:creationId xmlns:a16="http://schemas.microsoft.com/office/drawing/2014/main" id="{1047A62D-FA3E-7BCF-71A3-59BBCBD6DA2B}"/>
              </a:ext>
            </a:extLst>
          </p:cNvPr>
          <p:cNvSpPr txBox="1"/>
          <p:nvPr/>
        </p:nvSpPr>
        <p:spPr>
          <a:xfrm>
            <a:off x="14589579" y="4928870"/>
            <a:ext cx="37338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dirty="0">
                <a:latin typeface="Hakgyoansim Chulseokbu TTF B" panose="020B0600000101010101" charset="-127"/>
                <a:ea typeface="Hakgyoansim Chulseokbu TTF B" panose="020B0600000101010101" charset="-127"/>
              </a:rPr>
              <a:t>PPT</a:t>
            </a:r>
            <a:r>
              <a:rPr lang="ko-KR" altLang="en-US" sz="3200" dirty="0">
                <a:latin typeface="Hakgyoansim Chulseokbu TTF B" panose="020B0600000101010101" charset="-127"/>
                <a:ea typeface="Hakgyoansim Chulseokbu TTF B" panose="020B0600000101010101" charset="-127"/>
              </a:rPr>
              <a:t>제작</a:t>
            </a:r>
          </a:p>
        </p:txBody>
      </p:sp>
      <p:pic>
        <p:nvPicPr>
          <p:cNvPr id="39" name="그래픽 38" descr="확인 표시 단색으로 채워진">
            <a:extLst>
              <a:ext uri="{FF2B5EF4-FFF2-40B4-BE49-F238E27FC236}">
                <a16:creationId xmlns:a16="http://schemas.microsoft.com/office/drawing/2014/main" id="{B7ABD5B9-E3F5-C22B-6223-62066FA3D7A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46529" y="4980245"/>
            <a:ext cx="533400" cy="533400"/>
          </a:xfrm>
          <a:prstGeom prst="rect">
            <a:avLst/>
          </a:prstGeom>
        </p:spPr>
      </p:pic>
      <p:sp>
        <p:nvSpPr>
          <p:cNvPr id="40" name="TextBox 39">
            <a:extLst>
              <a:ext uri="{FF2B5EF4-FFF2-40B4-BE49-F238E27FC236}">
                <a16:creationId xmlns:a16="http://schemas.microsoft.com/office/drawing/2014/main" id="{B8638BC3-78BC-FDE0-532F-9E25FA10A350}"/>
              </a:ext>
            </a:extLst>
          </p:cNvPr>
          <p:cNvSpPr txBox="1"/>
          <p:nvPr/>
        </p:nvSpPr>
        <p:spPr>
          <a:xfrm>
            <a:off x="970643" y="4928870"/>
            <a:ext cx="37338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200" dirty="0">
                <a:latin typeface="Hakgyoansim Chulseokbu TTF B" panose="020B0600000101010101" charset="-127"/>
                <a:ea typeface="Hakgyoansim Chulseokbu TTF B" panose="020B0600000101010101" charset="-127"/>
              </a:rPr>
              <a:t>업무총괄</a:t>
            </a:r>
            <a:r>
              <a:rPr lang="en-US" altLang="ko-KR" sz="3200" dirty="0">
                <a:latin typeface="Hakgyoansim Chulseokbu TTF B" panose="020B0600000101010101" charset="-127"/>
                <a:ea typeface="Hakgyoansim Chulseokbu TTF B" panose="020B0600000101010101" charset="-127"/>
              </a:rPr>
              <a:t>(</a:t>
            </a:r>
            <a:r>
              <a:rPr lang="ko-KR" altLang="en-US" sz="3200" dirty="0">
                <a:latin typeface="Hakgyoansim Chulseokbu TTF B" panose="020B0600000101010101" charset="-127"/>
                <a:ea typeface="Hakgyoansim Chulseokbu TTF B" panose="020B0600000101010101" charset="-127"/>
              </a:rPr>
              <a:t>조장</a:t>
            </a:r>
            <a:r>
              <a:rPr lang="en-US" altLang="ko-KR" sz="3200" dirty="0">
                <a:latin typeface="Hakgyoansim Chulseokbu TTF B" panose="020B0600000101010101" charset="-127"/>
                <a:ea typeface="Hakgyoansim Chulseokbu TTF B" panose="020B0600000101010101" charset="-127"/>
              </a:rPr>
              <a:t>)</a:t>
            </a:r>
            <a:endParaRPr lang="ko-KR" altLang="en-US" sz="3200" dirty="0">
              <a:latin typeface="Hakgyoansim Chulseokbu TTF B" panose="020B0600000101010101" charset="-127"/>
              <a:ea typeface="Hakgyoansim Chulseokbu TTF B" panose="020B0600000101010101" charset="-127"/>
            </a:endParaRPr>
          </a:p>
        </p:txBody>
      </p:sp>
      <p:pic>
        <p:nvPicPr>
          <p:cNvPr id="3" name="그래픽 2" descr="확인 표시 단색으로 채워진">
            <a:extLst>
              <a:ext uri="{FF2B5EF4-FFF2-40B4-BE49-F238E27FC236}">
                <a16:creationId xmlns:a16="http://schemas.microsoft.com/office/drawing/2014/main" id="{68B31AAB-9BD0-573B-87C5-44C418E0330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866769" y="5616737"/>
            <a:ext cx="533400" cy="5334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6A301052-8D42-43AE-8E4C-75F85B4B24D3}"/>
              </a:ext>
            </a:extLst>
          </p:cNvPr>
          <p:cNvSpPr txBox="1"/>
          <p:nvPr/>
        </p:nvSpPr>
        <p:spPr>
          <a:xfrm>
            <a:off x="5490883" y="5565362"/>
            <a:ext cx="37338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200" dirty="0">
                <a:latin typeface="Hakgyoansim Chulseokbu TTF B" panose="020B0600000101010101" charset="-127"/>
                <a:ea typeface="Hakgyoansim Chulseokbu TTF B" panose="020B0600000101010101" charset="-127"/>
              </a:rPr>
              <a:t>데이터수집</a:t>
            </a:r>
            <a:endParaRPr lang="en-US" altLang="ko-KR" sz="3200" dirty="0">
              <a:latin typeface="Hakgyoansim Chulseokbu TTF B" panose="020B0600000101010101" charset="-127"/>
              <a:ea typeface="Hakgyoansim Chulseokbu TTF B" panose="020B0600000101010101" charset="-127"/>
            </a:endParaRPr>
          </a:p>
        </p:txBody>
      </p:sp>
      <p:pic>
        <p:nvPicPr>
          <p:cNvPr id="5" name="그래픽 4" descr="확인 표시 단색으로 채워진">
            <a:extLst>
              <a:ext uri="{FF2B5EF4-FFF2-40B4-BE49-F238E27FC236}">
                <a16:creationId xmlns:a16="http://schemas.microsoft.com/office/drawing/2014/main" id="{B9817641-3A48-75E4-C944-37729AAEBF7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296400" y="5644150"/>
            <a:ext cx="533400" cy="5334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F510783-F866-4AB6-B0F7-52ED0AA8E003}"/>
              </a:ext>
            </a:extLst>
          </p:cNvPr>
          <p:cNvSpPr txBox="1"/>
          <p:nvPr/>
        </p:nvSpPr>
        <p:spPr>
          <a:xfrm>
            <a:off x="9920514" y="5592775"/>
            <a:ext cx="37338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200" dirty="0">
                <a:latin typeface="Hakgyoansim Chulseokbu TTF B" panose="020B0600000101010101" charset="-127"/>
                <a:ea typeface="Hakgyoansim Chulseokbu TTF B" panose="020B0600000101010101" charset="-127"/>
              </a:rPr>
              <a:t>데이터수집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FE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9F35BE0-E629-1611-8DC4-75754B425E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B3619065-D237-76A8-465E-130B7E785F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9055100" y="-9055100"/>
            <a:ext cx="241300" cy="18338800"/>
          </a:xfrm>
          <a:prstGeom prst="rect">
            <a:avLst/>
          </a:prstGeom>
        </p:spPr>
      </p:pic>
      <p:pic>
        <p:nvPicPr>
          <p:cNvPr id="25" name="Picture 9">
            <a:extLst>
              <a:ext uri="{FF2B5EF4-FFF2-40B4-BE49-F238E27FC236}">
                <a16:creationId xmlns:a16="http://schemas.microsoft.com/office/drawing/2014/main" id="{5C0E2C4F-A16F-582E-DECE-9B29566C8B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54400" y="471714"/>
            <a:ext cx="1718129" cy="635000"/>
          </a:xfrm>
          <a:prstGeom prst="rect">
            <a:avLst/>
          </a:prstGeom>
        </p:spPr>
      </p:pic>
      <p:sp>
        <p:nvSpPr>
          <p:cNvPr id="26" name="TextBox 16">
            <a:extLst>
              <a:ext uri="{FF2B5EF4-FFF2-40B4-BE49-F238E27FC236}">
                <a16:creationId xmlns:a16="http://schemas.microsoft.com/office/drawing/2014/main" id="{FA04F19B-290B-7CAA-F405-39A77E187B05}"/>
              </a:ext>
            </a:extLst>
          </p:cNvPr>
          <p:cNvSpPr txBox="1"/>
          <p:nvPr/>
        </p:nvSpPr>
        <p:spPr>
          <a:xfrm>
            <a:off x="16154401" y="444500"/>
            <a:ext cx="1718128" cy="6350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r>
              <a:rPr lang="en-US" sz="2600" b="0" i="0" u="none" strike="noStrike" dirty="0">
                <a:solidFill>
                  <a:srgbClr val="FFFFFF"/>
                </a:solidFill>
                <a:latin typeface="Pretendard Bold"/>
              </a:rPr>
              <a:t>Part3-1</a:t>
            </a:r>
          </a:p>
        </p:txBody>
      </p:sp>
      <p:sp>
        <p:nvSpPr>
          <p:cNvPr id="27" name="TextBox 22">
            <a:extLst>
              <a:ext uri="{FF2B5EF4-FFF2-40B4-BE49-F238E27FC236}">
                <a16:creationId xmlns:a16="http://schemas.microsoft.com/office/drawing/2014/main" id="{4F3375C6-4C17-1E50-7426-A9A369B63813}"/>
              </a:ext>
            </a:extLst>
          </p:cNvPr>
          <p:cNvSpPr txBox="1"/>
          <p:nvPr/>
        </p:nvSpPr>
        <p:spPr>
          <a:xfrm>
            <a:off x="685800" y="700315"/>
            <a:ext cx="2032000" cy="117348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en-US" sz="6000" b="0" i="0" u="none" strike="noStrike" dirty="0">
                <a:solidFill>
                  <a:srgbClr val="004AB6"/>
                </a:solidFill>
                <a:latin typeface="Pretendard SemiBold"/>
              </a:rPr>
              <a:t>0</a:t>
            </a:r>
            <a:r>
              <a:rPr lang="en-US" sz="6000" dirty="0">
                <a:solidFill>
                  <a:srgbClr val="004AB6"/>
                </a:solidFill>
                <a:latin typeface="Pretendard SemiBold"/>
              </a:rPr>
              <a:t>3</a:t>
            </a:r>
            <a:endParaRPr lang="en-US" sz="6000" b="0" i="0" u="none" strike="noStrike" dirty="0">
              <a:solidFill>
                <a:srgbClr val="004AB6"/>
              </a:solidFill>
              <a:latin typeface="Pretendard SemiBold"/>
            </a:endParaRPr>
          </a:p>
        </p:txBody>
      </p:sp>
      <p:sp>
        <p:nvSpPr>
          <p:cNvPr id="3" name="TextBox 23">
            <a:extLst>
              <a:ext uri="{FF2B5EF4-FFF2-40B4-BE49-F238E27FC236}">
                <a16:creationId xmlns:a16="http://schemas.microsoft.com/office/drawing/2014/main" id="{E16C2C7B-FF18-3353-AD7F-D9C098092807}"/>
              </a:ext>
            </a:extLst>
          </p:cNvPr>
          <p:cNvSpPr txBox="1"/>
          <p:nvPr/>
        </p:nvSpPr>
        <p:spPr>
          <a:xfrm>
            <a:off x="1524000" y="647700"/>
            <a:ext cx="9220200" cy="131318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ko-KR" altLang="en-US" sz="6700" dirty="0">
                <a:solidFill>
                  <a:srgbClr val="201A74"/>
                </a:solidFill>
                <a:ea typeface="Hakgyoansim Chulseokbu TTF B"/>
              </a:rPr>
              <a:t>프로젝트 일정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BF3F1298-0229-87EB-35E5-E3CBBCCA0B0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90800" y="2095500"/>
            <a:ext cx="12725400" cy="7238093"/>
          </a:xfrm>
          <a:prstGeom prst="rect">
            <a:avLst/>
          </a:prstGeom>
          <a:ln>
            <a:noFill/>
          </a:ln>
        </p:spPr>
      </p:pic>
      <p:sp>
        <p:nvSpPr>
          <p:cNvPr id="6" name="L 도형 5">
            <a:extLst>
              <a:ext uri="{FF2B5EF4-FFF2-40B4-BE49-F238E27FC236}">
                <a16:creationId xmlns:a16="http://schemas.microsoft.com/office/drawing/2014/main" id="{231B42A7-1FAC-A46B-2A3F-F6C2234338A5}"/>
              </a:ext>
            </a:extLst>
          </p:cNvPr>
          <p:cNvSpPr/>
          <p:nvPr/>
        </p:nvSpPr>
        <p:spPr>
          <a:xfrm rot="10800000">
            <a:off x="14681581" y="1714500"/>
            <a:ext cx="1295400" cy="1192530"/>
          </a:xfrm>
          <a:prstGeom prst="corner">
            <a:avLst>
              <a:gd name="adj1" fmla="val 18498"/>
              <a:gd name="adj2" fmla="val 17766"/>
            </a:avLst>
          </a:prstGeom>
          <a:solidFill>
            <a:srgbClr val="0000C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7" name="L 도형 6">
            <a:extLst>
              <a:ext uri="{FF2B5EF4-FFF2-40B4-BE49-F238E27FC236}">
                <a16:creationId xmlns:a16="http://schemas.microsoft.com/office/drawing/2014/main" id="{00D733FC-51D1-3208-4BC8-BC8939B55481}"/>
              </a:ext>
            </a:extLst>
          </p:cNvPr>
          <p:cNvSpPr/>
          <p:nvPr/>
        </p:nvSpPr>
        <p:spPr>
          <a:xfrm>
            <a:off x="1905000" y="8522970"/>
            <a:ext cx="1295400" cy="1192530"/>
          </a:xfrm>
          <a:prstGeom prst="corner">
            <a:avLst>
              <a:gd name="adj1" fmla="val 18498"/>
              <a:gd name="adj2" fmla="val 17766"/>
            </a:avLst>
          </a:prstGeom>
          <a:solidFill>
            <a:srgbClr val="0000C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mc:AlternateContent xmlns:mc="http://schemas.openxmlformats.org/markup-compatibility/2006">
        <mc:Choice xmlns:pslz="http://schemas.microsoft.com/office/powerpoint/2016/slidezoom" Requires="pslz">
          <p:graphicFrame>
            <p:nvGraphicFramePr>
              <p:cNvPr id="8" name="슬라이드 확대/축소 7">
                <a:extLst>
                  <a:ext uri="{FF2B5EF4-FFF2-40B4-BE49-F238E27FC236}">
                    <a16:creationId xmlns:a16="http://schemas.microsoft.com/office/drawing/2014/main" id="{9BEC5399-0EEA-3AB9-833E-7382F702A12A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424076466"/>
                  </p:ext>
                </p:extLst>
              </p:nvPr>
            </p:nvGraphicFramePr>
            <p:xfrm>
              <a:off x="-3711388" y="9095254"/>
              <a:ext cx="4572000" cy="2571750"/>
            </p:xfrm>
            <a:graphic>
              <a:graphicData uri="http://schemas.microsoft.com/office/powerpoint/2016/slidezoom">
                <pslz:sldZm>
                  <pslz:sldZmObj sldId="268" cId="2245810546">
                    <pslz:zmPr id="{2E5C6A6A-86A7-4EF1-949E-C5300F50C319}" returnToParent="0" transitionDur="1000">
                      <p166:blipFill xmlns:p166="http://schemas.microsoft.com/office/powerpoint/2016/6/main">
                        <a:blip r:embed="rId5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4572000" cy="2571750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lz:zmPr>
                  </pslz:sldZmObj>
                </pslz:sldZm>
              </a:graphicData>
            </a:graphic>
          </p:graphicFrame>
        </mc:Choice>
        <mc:Fallback>
          <p:pic>
            <p:nvPicPr>
              <p:cNvPr id="8" name="슬라이드 확대/축소 7">
                <a:hlinkClick r:id="rId6" action="ppaction://hlinksldjump"/>
                <a:extLst>
                  <a:ext uri="{FF2B5EF4-FFF2-40B4-BE49-F238E27FC236}">
                    <a16:creationId xmlns:a16="http://schemas.microsoft.com/office/drawing/2014/main" id="{9BEC5399-0EEA-3AB9-833E-7382F702A12A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-3711388" y="9095254"/>
                <a:ext cx="4572000" cy="2571750"/>
              </a:xfrm>
              <a:prstGeom prst="rect">
                <a:avLst/>
              </a:prstGeom>
              <a:ln w="3175">
                <a:solidFill>
                  <a:prstClr val="ltGray"/>
                </a:solidFill>
              </a:ln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2458105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FE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D30DDDB-80E9-BD3C-971D-D08789055B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17F04E38-0FE5-1242-76D3-43A29F3C53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9055100" y="-9055100"/>
            <a:ext cx="241300" cy="18338800"/>
          </a:xfrm>
          <a:prstGeom prst="rect">
            <a:avLst/>
          </a:prstGeom>
        </p:spPr>
      </p:pic>
      <p:pic>
        <p:nvPicPr>
          <p:cNvPr id="25" name="Picture 9">
            <a:extLst>
              <a:ext uri="{FF2B5EF4-FFF2-40B4-BE49-F238E27FC236}">
                <a16:creationId xmlns:a16="http://schemas.microsoft.com/office/drawing/2014/main" id="{1C647399-06ED-4E40-3C89-7854124A09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54400" y="471714"/>
            <a:ext cx="1718129" cy="635000"/>
          </a:xfrm>
          <a:prstGeom prst="rect">
            <a:avLst/>
          </a:prstGeom>
        </p:spPr>
      </p:pic>
      <p:sp>
        <p:nvSpPr>
          <p:cNvPr id="26" name="TextBox 16">
            <a:extLst>
              <a:ext uri="{FF2B5EF4-FFF2-40B4-BE49-F238E27FC236}">
                <a16:creationId xmlns:a16="http://schemas.microsoft.com/office/drawing/2014/main" id="{DE939602-362F-36D2-1A7A-5C1D85958C84}"/>
              </a:ext>
            </a:extLst>
          </p:cNvPr>
          <p:cNvSpPr txBox="1"/>
          <p:nvPr/>
        </p:nvSpPr>
        <p:spPr>
          <a:xfrm>
            <a:off x="16154401" y="444500"/>
            <a:ext cx="1718128" cy="6350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r>
              <a:rPr lang="en-US" sz="2600" b="0" i="0" u="none" strike="noStrike" dirty="0">
                <a:solidFill>
                  <a:srgbClr val="FFFFFF"/>
                </a:solidFill>
                <a:latin typeface="Pretendard Bold"/>
              </a:rPr>
              <a:t>Part3-2</a:t>
            </a:r>
          </a:p>
        </p:txBody>
      </p:sp>
      <p:sp>
        <p:nvSpPr>
          <p:cNvPr id="27" name="TextBox 22">
            <a:extLst>
              <a:ext uri="{FF2B5EF4-FFF2-40B4-BE49-F238E27FC236}">
                <a16:creationId xmlns:a16="http://schemas.microsoft.com/office/drawing/2014/main" id="{D90F94D3-D77D-6B1D-5740-A2832C7CB88D}"/>
              </a:ext>
            </a:extLst>
          </p:cNvPr>
          <p:cNvSpPr txBox="1"/>
          <p:nvPr/>
        </p:nvSpPr>
        <p:spPr>
          <a:xfrm>
            <a:off x="5486400" y="1270640"/>
            <a:ext cx="2032000" cy="117348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en-US" sz="6000" b="0" i="0" u="none" strike="noStrike" dirty="0">
                <a:solidFill>
                  <a:srgbClr val="004AB6"/>
                </a:solidFill>
                <a:latin typeface="Pretendard SemiBold"/>
              </a:rPr>
              <a:t>0</a:t>
            </a:r>
            <a:r>
              <a:rPr lang="en-US" sz="6000" dirty="0">
                <a:solidFill>
                  <a:srgbClr val="004AB6"/>
                </a:solidFill>
                <a:latin typeface="Pretendard SemiBold"/>
              </a:rPr>
              <a:t>4</a:t>
            </a:r>
            <a:endParaRPr lang="en-US" sz="6000" b="0" i="0" u="none" strike="noStrike" dirty="0">
              <a:solidFill>
                <a:srgbClr val="004AB6"/>
              </a:solidFill>
              <a:latin typeface="Pretendard SemiBold"/>
            </a:endParaRPr>
          </a:p>
        </p:txBody>
      </p:sp>
      <p:sp>
        <p:nvSpPr>
          <p:cNvPr id="3" name="TextBox 23">
            <a:extLst>
              <a:ext uri="{FF2B5EF4-FFF2-40B4-BE49-F238E27FC236}">
                <a16:creationId xmlns:a16="http://schemas.microsoft.com/office/drawing/2014/main" id="{2A6F923F-0511-3F04-21A6-6DC521110C49}"/>
              </a:ext>
            </a:extLst>
          </p:cNvPr>
          <p:cNvSpPr txBox="1"/>
          <p:nvPr/>
        </p:nvSpPr>
        <p:spPr>
          <a:xfrm>
            <a:off x="4953000" y="1239520"/>
            <a:ext cx="9220200" cy="131318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ko-KR" altLang="en-US" sz="6700" dirty="0">
                <a:solidFill>
                  <a:srgbClr val="201A74"/>
                </a:solidFill>
                <a:ea typeface="Hakgyoansim Chulseokbu TTF B"/>
              </a:rPr>
              <a:t>개발환경</a:t>
            </a:r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AA4FBB9A-BF69-D960-DB96-F8EF4E05944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6845426"/>
              </p:ext>
            </p:extLst>
          </p:nvPr>
        </p:nvGraphicFramePr>
        <p:xfrm>
          <a:off x="0" y="3240408"/>
          <a:ext cx="18281650" cy="62977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46942">
                  <a:extLst>
                    <a:ext uri="{9D8B030D-6E8A-4147-A177-3AD203B41FA5}">
                      <a16:colId xmlns:a16="http://schemas.microsoft.com/office/drawing/2014/main" val="1340890704"/>
                    </a:ext>
                  </a:extLst>
                </a:gridCol>
                <a:gridCol w="4649258">
                  <a:extLst>
                    <a:ext uri="{9D8B030D-6E8A-4147-A177-3AD203B41FA5}">
                      <a16:colId xmlns:a16="http://schemas.microsoft.com/office/drawing/2014/main" val="1768792461"/>
                    </a:ext>
                  </a:extLst>
                </a:gridCol>
                <a:gridCol w="4491567">
                  <a:extLst>
                    <a:ext uri="{9D8B030D-6E8A-4147-A177-3AD203B41FA5}">
                      <a16:colId xmlns:a16="http://schemas.microsoft.com/office/drawing/2014/main" val="1713858244"/>
                    </a:ext>
                  </a:extLst>
                </a:gridCol>
                <a:gridCol w="6093883">
                  <a:extLst>
                    <a:ext uri="{9D8B030D-6E8A-4147-A177-3AD203B41FA5}">
                      <a16:colId xmlns:a16="http://schemas.microsoft.com/office/drawing/2014/main" val="1627815216"/>
                    </a:ext>
                  </a:extLst>
                </a:gridCol>
              </a:tblGrid>
              <a:tr h="190309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600" dirty="0">
                          <a:solidFill>
                            <a:schemeClr val="bg1"/>
                          </a:solidFill>
                          <a:latin typeface="Pretendard Bold" panose="020B0600000101010101" charset="-127"/>
                          <a:ea typeface="Pretendard Bold" panose="020B0600000101010101" charset="-127"/>
                        </a:rPr>
                        <a:t>OS</a:t>
                      </a:r>
                      <a:endParaRPr lang="ko-KR" altLang="en-US" sz="3600" dirty="0">
                        <a:solidFill>
                          <a:schemeClr val="bg1"/>
                        </a:solidFill>
                        <a:latin typeface="Pretendard Bold" panose="020B0600000101010101" charset="-127"/>
                        <a:ea typeface="Pretendard Bold" panose="020B0600000101010101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42900" indent="-342900" algn="ctr" latinLnBrk="1">
                        <a:buFont typeface="Wingdings" panose="05000000000000000000" pitchFamily="2" charset="2"/>
                        <a:buChar char="ü"/>
                      </a:pPr>
                      <a:r>
                        <a:rPr lang="en-US" altLang="ko-KR" sz="3200" dirty="0">
                          <a:solidFill>
                            <a:schemeClr val="tx1"/>
                          </a:solidFill>
                          <a:latin typeface="Pretendard Bold" panose="020B0600000101010101" charset="-127"/>
                          <a:ea typeface="Pretendard Bold" panose="020B0600000101010101" charset="-127"/>
                        </a:rPr>
                        <a:t>Window10</a:t>
                      </a:r>
                      <a:endParaRPr lang="ko-KR" altLang="en-US" sz="3200" dirty="0">
                        <a:solidFill>
                          <a:schemeClr val="tx1"/>
                        </a:solidFill>
                        <a:latin typeface="Pretendard Bold" panose="020B0600000101010101" charset="-127"/>
                        <a:ea typeface="Pretendard Bold" panose="020B0600000101010101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3600" dirty="0">
                          <a:latin typeface="Pretendard Bold" panose="020B0600000101010101" charset="-127"/>
                          <a:ea typeface="Pretendard Bold" panose="020B0600000101010101" charset="-127"/>
                        </a:rPr>
                        <a:t>Open</a:t>
                      </a:r>
                      <a:r>
                        <a:rPr lang="ko-KR" altLang="en-US" sz="3600" dirty="0">
                          <a:latin typeface="Pretendard Bold" panose="020B0600000101010101" charset="-127"/>
                          <a:ea typeface="Pretendard Bold" panose="020B0600000101010101" charset="-127"/>
                        </a:rPr>
                        <a:t> </a:t>
                      </a:r>
                      <a:r>
                        <a:rPr lang="en-US" altLang="ko-KR" sz="3600" dirty="0">
                          <a:latin typeface="Pretendard Bold" panose="020B0600000101010101" charset="-127"/>
                          <a:ea typeface="Pretendard Bold" panose="020B0600000101010101" charset="-127"/>
                        </a:rPr>
                        <a:t>Source</a:t>
                      </a:r>
                      <a:endParaRPr lang="ko-KR" altLang="en-US" sz="3600" dirty="0">
                        <a:latin typeface="Pretendard Bold" panose="020B0600000101010101" charset="-127"/>
                        <a:ea typeface="Pretendard Bold" panose="020B0600000101010101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457200" indent="-457200" algn="ctr" latinLnBrk="1">
                        <a:buFont typeface="Wingdings" panose="05000000000000000000" pitchFamily="2" charset="2"/>
                        <a:buChar char="ü"/>
                      </a:pPr>
                      <a:r>
                        <a:rPr lang="en-US" altLang="ko-KR" sz="3200" dirty="0" err="1">
                          <a:solidFill>
                            <a:schemeClr val="tx1"/>
                          </a:solidFill>
                          <a:latin typeface="Pretendard Bold" panose="020B0600000101010101" charset="-127"/>
                          <a:ea typeface="Pretendard Bold" panose="020B0600000101010101" charset="-127"/>
                        </a:rPr>
                        <a:t>LangChain</a:t>
                      </a:r>
                      <a:endParaRPr lang="en-US" altLang="ko-KR" sz="3200" dirty="0">
                        <a:solidFill>
                          <a:schemeClr val="tx1"/>
                        </a:solidFill>
                        <a:latin typeface="Pretendard Bold" panose="020B0600000101010101" charset="-127"/>
                        <a:ea typeface="Pretendard Bold" panose="020B0600000101010101" charset="-127"/>
                      </a:endParaRPr>
                    </a:p>
                    <a:p>
                      <a:pPr marL="457200" indent="-457200" algn="ctr" latinLnBrk="1">
                        <a:buFont typeface="Wingdings" panose="05000000000000000000" pitchFamily="2" charset="2"/>
                        <a:buChar char="ü"/>
                      </a:pPr>
                      <a:r>
                        <a:rPr lang="en-US" altLang="ko-KR" sz="3200" dirty="0">
                          <a:solidFill>
                            <a:schemeClr val="tx1"/>
                          </a:solidFill>
                          <a:latin typeface="Pretendard Bold" panose="020B0600000101010101" charset="-127"/>
                          <a:ea typeface="Pretendard Bold" panose="020B0600000101010101" charset="-127"/>
                        </a:rPr>
                        <a:t>Transformers, scikit-learn</a:t>
                      </a:r>
                    </a:p>
                    <a:p>
                      <a:pPr marL="457200" indent="-457200" algn="ctr" latinLnBrk="1">
                        <a:buFont typeface="Wingdings" panose="05000000000000000000" pitchFamily="2" charset="2"/>
                        <a:buChar char="ü"/>
                      </a:pPr>
                      <a:r>
                        <a:rPr lang="en-US" altLang="ko-KR" sz="3200" dirty="0" err="1">
                          <a:solidFill>
                            <a:schemeClr val="tx1"/>
                          </a:solidFill>
                          <a:latin typeface="Pretendard Bold" panose="020B0600000101010101" charset="-127"/>
                          <a:ea typeface="Pretendard Bold" panose="020B0600000101010101" charset="-127"/>
                        </a:rPr>
                        <a:t>RandomForest</a:t>
                      </a:r>
                      <a:r>
                        <a:rPr lang="en-US" altLang="ko-KR" sz="3200" dirty="0">
                          <a:solidFill>
                            <a:schemeClr val="tx1"/>
                          </a:solidFill>
                          <a:latin typeface="Pretendard Bold" panose="020B0600000101010101" charset="-127"/>
                          <a:ea typeface="Pretendard Bold" panose="020B0600000101010101" charset="-127"/>
                        </a:rPr>
                        <a:t>, </a:t>
                      </a:r>
                      <a:r>
                        <a:rPr lang="en-US" altLang="ko-KR" sz="3200" dirty="0" err="1">
                          <a:solidFill>
                            <a:schemeClr val="tx1"/>
                          </a:solidFill>
                          <a:latin typeface="Pretendard Bold" panose="020B0600000101010101" charset="-127"/>
                          <a:ea typeface="Pretendard Bold" panose="020B0600000101010101" charset="-127"/>
                        </a:rPr>
                        <a:t>XGBoost</a:t>
                      </a:r>
                      <a:endParaRPr lang="en-US" altLang="ko-KR" sz="3200" dirty="0">
                        <a:solidFill>
                          <a:schemeClr val="tx1"/>
                        </a:solidFill>
                        <a:latin typeface="Pretendard Bold" panose="020B0600000101010101" charset="-127"/>
                        <a:ea typeface="Pretendard Bold" panose="020B0600000101010101" charset="-127"/>
                      </a:endParaRPr>
                    </a:p>
                    <a:p>
                      <a:pPr marL="457200" indent="-457200" algn="ctr" latinLnBrk="1">
                        <a:buFont typeface="Wingdings" panose="05000000000000000000" pitchFamily="2" charset="2"/>
                        <a:buChar char="ü"/>
                      </a:pPr>
                      <a:r>
                        <a:rPr lang="en-US" altLang="ko-KR" sz="3200" dirty="0">
                          <a:solidFill>
                            <a:schemeClr val="tx1"/>
                          </a:solidFill>
                          <a:latin typeface="Pretendard Bold" panose="020B0600000101010101" charset="-127"/>
                          <a:ea typeface="Pretendard Bold" panose="020B0600000101010101" charset="-127"/>
                        </a:rPr>
                        <a:t>Chroma, Pinecone</a:t>
                      </a:r>
                    </a:p>
                    <a:p>
                      <a:pPr marL="457200" indent="-457200" algn="ctr" latinLnBrk="1">
                        <a:buFont typeface="Wingdings" panose="05000000000000000000" pitchFamily="2" charset="2"/>
                        <a:buChar char="ü"/>
                      </a:pPr>
                      <a:r>
                        <a:rPr lang="en-US" altLang="ko-KR" sz="3200" dirty="0">
                          <a:solidFill>
                            <a:schemeClr val="tx1"/>
                          </a:solidFill>
                          <a:latin typeface="Pretendard Bold" panose="020B0600000101010101" charset="-127"/>
                          <a:ea typeface="Pretendard Bold" panose="020B0600000101010101" charset="-127"/>
                        </a:rPr>
                        <a:t>Pandas, </a:t>
                      </a:r>
                      <a:r>
                        <a:rPr lang="en-US" altLang="ko-KR" sz="3200" dirty="0" err="1">
                          <a:solidFill>
                            <a:schemeClr val="tx1"/>
                          </a:solidFill>
                          <a:latin typeface="Pretendard Bold" panose="020B0600000101010101" charset="-127"/>
                          <a:ea typeface="Pretendard Bold" panose="020B0600000101010101" charset="-127"/>
                        </a:rPr>
                        <a:t>numpy</a:t>
                      </a:r>
                      <a:endParaRPr lang="en-US" altLang="ko-KR" sz="3200" dirty="0">
                        <a:solidFill>
                          <a:schemeClr val="tx1"/>
                        </a:solidFill>
                        <a:latin typeface="Pretendard Bold" panose="020B0600000101010101" charset="-127"/>
                        <a:ea typeface="Pretendard Bold" panose="020B0600000101010101" charset="-127"/>
                      </a:endParaRPr>
                    </a:p>
                    <a:p>
                      <a:pPr marL="457200" indent="-457200" algn="ctr" latinLnBrk="1">
                        <a:buFont typeface="Wingdings" panose="05000000000000000000" pitchFamily="2" charset="2"/>
                        <a:buChar char="ü"/>
                      </a:pPr>
                      <a:r>
                        <a:rPr lang="en-US" altLang="ko-KR" sz="3200" dirty="0">
                          <a:solidFill>
                            <a:schemeClr val="tx1"/>
                          </a:solidFill>
                          <a:latin typeface="Pretendard Bold" panose="020B0600000101010101" charset="-127"/>
                          <a:ea typeface="Pretendard Bold" panose="020B0600000101010101" charset="-127"/>
                        </a:rPr>
                        <a:t>Matplotlib</a:t>
                      </a:r>
                      <a:endParaRPr lang="ko-KR" altLang="en-US" sz="3200" dirty="0">
                        <a:solidFill>
                          <a:schemeClr val="tx1"/>
                        </a:solidFill>
                        <a:latin typeface="Pretendard Bold" panose="020B0600000101010101" charset="-127"/>
                        <a:ea typeface="Pretendard Bold" panose="020B0600000101010101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53560620"/>
                  </a:ext>
                </a:extLst>
              </a:tr>
              <a:tr h="168131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600" dirty="0">
                          <a:solidFill>
                            <a:schemeClr val="bg1"/>
                          </a:solidFill>
                          <a:latin typeface="Pretendard Bold" panose="020B0600000101010101" charset="-127"/>
                          <a:ea typeface="Pretendard Bold" panose="020B0600000101010101" charset="-127"/>
                        </a:rPr>
                        <a:t>Language</a:t>
                      </a:r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42900" indent="-342900" algn="ctr" latinLnBrk="1">
                        <a:buFont typeface="Wingdings" panose="05000000000000000000" pitchFamily="2" charset="2"/>
                        <a:buChar char="ü"/>
                      </a:pPr>
                      <a:r>
                        <a:rPr lang="en-US" altLang="ko-KR" sz="3200" dirty="0">
                          <a:solidFill>
                            <a:schemeClr val="tx1"/>
                          </a:solidFill>
                          <a:latin typeface="Pretendard Bold" panose="020B0600000101010101" charset="-127"/>
                          <a:ea typeface="Pretendard Bold" panose="020B0600000101010101" charset="-127"/>
                        </a:rPr>
                        <a:t>Python 3.10.5</a:t>
                      </a:r>
                      <a:endParaRPr lang="ko-KR" altLang="en-US" sz="3200" dirty="0">
                        <a:solidFill>
                          <a:schemeClr val="tx1"/>
                        </a:solidFill>
                        <a:latin typeface="Pretendard Bold" panose="020B0600000101010101" charset="-127"/>
                        <a:ea typeface="Pretendard Bold" panose="020B0600000101010101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3600" dirty="0">
                        <a:latin typeface="Pretendard Bold" panose="020B0600000101010101" charset="-127"/>
                        <a:ea typeface="Pretendard Bold" panose="020B0600000101010101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3600" dirty="0">
                        <a:latin typeface="Pretendard Bold" panose="020B0600000101010101" charset="-127"/>
                        <a:ea typeface="Pretendard Bold" panose="020B0600000101010101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16493723"/>
                  </a:ext>
                </a:extLst>
              </a:tr>
              <a:tr h="271330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600" dirty="0">
                          <a:solidFill>
                            <a:schemeClr val="bg1"/>
                          </a:solidFill>
                          <a:latin typeface="Pretendard Bold" panose="020B0600000101010101" charset="-127"/>
                          <a:ea typeface="Pretendard Bold" panose="020B0600000101010101" charset="-127"/>
                        </a:rPr>
                        <a:t>IDE</a:t>
                      </a:r>
                      <a:endParaRPr lang="ko-KR" altLang="en-US" sz="3600" dirty="0">
                        <a:solidFill>
                          <a:schemeClr val="bg1"/>
                        </a:solidFill>
                        <a:latin typeface="Pretendard Bold" panose="020B0600000101010101" charset="-127"/>
                        <a:ea typeface="Pretendard Bold" panose="020B0600000101010101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42900" indent="-342900" algn="ctr" latinLnBrk="1">
                        <a:buFont typeface="Wingdings" panose="05000000000000000000" pitchFamily="2" charset="2"/>
                        <a:buChar char="ü"/>
                      </a:pPr>
                      <a:r>
                        <a:rPr lang="en-US" altLang="ko-KR" sz="3200" dirty="0" err="1">
                          <a:solidFill>
                            <a:schemeClr val="tx1"/>
                          </a:solidFill>
                          <a:latin typeface="Pretendard Bold" panose="020B0600000101010101" charset="-127"/>
                          <a:ea typeface="Pretendard Bold" panose="020B0600000101010101" charset="-127"/>
                        </a:rPr>
                        <a:t>Vscode</a:t>
                      </a:r>
                      <a:endParaRPr lang="en-US" altLang="ko-KR" sz="3200" dirty="0">
                        <a:solidFill>
                          <a:schemeClr val="tx1"/>
                        </a:solidFill>
                        <a:latin typeface="Pretendard Bold" panose="020B0600000101010101" charset="-127"/>
                        <a:ea typeface="Pretendard Bold" panose="020B0600000101010101" charset="-127"/>
                      </a:endParaRPr>
                    </a:p>
                    <a:p>
                      <a:pPr marL="342900" indent="-342900" algn="ctr" latinLnBrk="1">
                        <a:buFont typeface="Wingdings" panose="05000000000000000000" pitchFamily="2" charset="2"/>
                        <a:buChar char="ü"/>
                      </a:pPr>
                      <a:r>
                        <a:rPr lang="en-US" altLang="ko-KR" sz="3200" dirty="0" err="1">
                          <a:solidFill>
                            <a:schemeClr val="tx1"/>
                          </a:solidFill>
                          <a:latin typeface="Pretendard Bold" panose="020B0600000101010101" charset="-127"/>
                          <a:ea typeface="Pretendard Bold" panose="020B0600000101010101" charset="-127"/>
                        </a:rPr>
                        <a:t>Pycharm</a:t>
                      </a:r>
                      <a:endParaRPr lang="en-US" altLang="ko-KR" sz="3200" dirty="0">
                        <a:solidFill>
                          <a:schemeClr val="tx1"/>
                        </a:solidFill>
                        <a:latin typeface="Pretendard Bold" panose="020B0600000101010101" charset="-127"/>
                        <a:ea typeface="Pretendard Bold" panose="020B0600000101010101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600" dirty="0" err="1">
                          <a:solidFill>
                            <a:schemeClr val="bg1"/>
                          </a:solidFill>
                          <a:latin typeface="Pretendard Bold" panose="020B0600000101010101" charset="-127"/>
                          <a:ea typeface="Pretendard Bold" panose="020B0600000101010101" charset="-127"/>
                        </a:rPr>
                        <a:t>FrameWork</a:t>
                      </a:r>
                      <a:endParaRPr lang="ko-KR" altLang="en-US" sz="3600" dirty="0">
                        <a:solidFill>
                          <a:schemeClr val="bg1"/>
                        </a:solidFill>
                        <a:latin typeface="Pretendard Bold" panose="020B0600000101010101" charset="-127"/>
                        <a:ea typeface="Pretendard Bold" panose="020B0600000101010101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42900" indent="-342900" algn="ctr" latinLnBrk="1">
                        <a:buFont typeface="Wingdings" panose="05000000000000000000" pitchFamily="2" charset="2"/>
                        <a:buChar char="ü"/>
                      </a:pPr>
                      <a:r>
                        <a:rPr lang="en-US" altLang="ko-KR" sz="3200" dirty="0">
                          <a:solidFill>
                            <a:schemeClr val="tx1"/>
                          </a:solidFill>
                          <a:latin typeface="Pretendard Bold" panose="020B0600000101010101" charset="-127"/>
                          <a:ea typeface="Pretendard Bold" panose="020B0600000101010101" charset="-127"/>
                        </a:rPr>
                        <a:t>Django</a:t>
                      </a:r>
                      <a:endParaRPr lang="ko-KR" altLang="en-US" sz="3200" dirty="0">
                        <a:solidFill>
                          <a:schemeClr val="tx1"/>
                        </a:solidFill>
                        <a:latin typeface="Pretendard Bold" panose="020B0600000101010101" charset="-127"/>
                        <a:ea typeface="Pretendard Bold" panose="020B0600000101010101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78133449"/>
                  </a:ext>
                </a:extLst>
              </a:tr>
            </a:tbl>
          </a:graphicData>
        </a:graphic>
      </p:graphicFrame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EF317819-0A4B-D417-0883-6B5075799905}"/>
              </a:ext>
            </a:extLst>
          </p:cNvPr>
          <p:cNvCxnSpPr/>
          <p:nvPr/>
        </p:nvCxnSpPr>
        <p:spPr>
          <a:xfrm>
            <a:off x="-250371" y="3240411"/>
            <a:ext cx="19431000" cy="0"/>
          </a:xfrm>
          <a:prstGeom prst="line">
            <a:avLst/>
          </a:prstGeom>
          <a:ln w="571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17D39C60-5C9B-0335-2B92-612C853EF434}"/>
              </a:ext>
            </a:extLst>
          </p:cNvPr>
          <p:cNvCxnSpPr/>
          <p:nvPr/>
        </p:nvCxnSpPr>
        <p:spPr>
          <a:xfrm>
            <a:off x="-571500" y="6819900"/>
            <a:ext cx="19431000" cy="0"/>
          </a:xfrm>
          <a:prstGeom prst="line">
            <a:avLst/>
          </a:prstGeom>
          <a:ln w="571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C42FABA5-3816-0862-AFBE-0B5F7A87CF37}"/>
              </a:ext>
            </a:extLst>
          </p:cNvPr>
          <p:cNvCxnSpPr/>
          <p:nvPr/>
        </p:nvCxnSpPr>
        <p:spPr>
          <a:xfrm>
            <a:off x="-250371" y="9538483"/>
            <a:ext cx="19431000" cy="0"/>
          </a:xfrm>
          <a:prstGeom prst="line">
            <a:avLst/>
          </a:prstGeom>
          <a:ln w="571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AFE36C2C-FBB7-B420-097B-6C816A6D28A5}"/>
              </a:ext>
            </a:extLst>
          </p:cNvPr>
          <p:cNvCxnSpPr>
            <a:cxnSpLocks/>
          </p:cNvCxnSpPr>
          <p:nvPr/>
        </p:nvCxnSpPr>
        <p:spPr>
          <a:xfrm>
            <a:off x="0" y="5143500"/>
            <a:ext cx="7670800" cy="0"/>
          </a:xfrm>
          <a:prstGeom prst="line">
            <a:avLst/>
          </a:prstGeom>
          <a:ln w="571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8276373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4AB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12928600" y="8648700"/>
            <a:ext cx="7150100" cy="35814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-5400000">
            <a:off x="8928100" y="8128000"/>
            <a:ext cx="7150100" cy="44196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>
            <a:alphaModFix amt="70000"/>
          </a:blip>
          <a:stretch>
            <a:fillRect/>
          </a:stretch>
        </p:blipFill>
        <p:spPr>
          <a:xfrm>
            <a:off x="10287000" y="5575300"/>
            <a:ext cx="635000" cy="6350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5400000">
            <a:off x="9055100" y="-9055100"/>
            <a:ext cx="241300" cy="183388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6300" y="8521700"/>
            <a:ext cx="5245100" cy="25400"/>
          </a:xfrm>
          <a:prstGeom prst="rect">
            <a:avLst/>
          </a:prstGeom>
        </p:spPr>
      </p:pic>
      <p:sp>
        <p:nvSpPr>
          <p:cNvPr id="7" name="TextBox 7"/>
          <p:cNvSpPr txBox="1"/>
          <p:nvPr/>
        </p:nvSpPr>
        <p:spPr>
          <a:xfrm>
            <a:off x="15595600" y="508000"/>
            <a:ext cx="2273300" cy="2540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r">
              <a:lnSpc>
                <a:spcPct val="124499"/>
              </a:lnSpc>
            </a:pPr>
            <a:r>
              <a:rPr lang="en-US" sz="1400" b="0" i="0" u="none" strike="noStrike" spc="100">
                <a:solidFill>
                  <a:srgbClr val="FFFFFF"/>
                </a:solidFill>
                <a:latin typeface="Pretendard SemiBold"/>
              </a:rPr>
              <a:t>MIRI COMPANY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419100" y="508000"/>
            <a:ext cx="2273300" cy="2540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24499"/>
              </a:lnSpc>
            </a:pPr>
            <a:r>
              <a:rPr lang="en-US" sz="1400" b="0" i="0" u="none" strike="noStrike" spc="100">
                <a:solidFill>
                  <a:srgbClr val="FFFFFF"/>
                </a:solidFill>
                <a:latin typeface="Pretendard SemiBold"/>
              </a:rPr>
              <a:t>PRESENTATION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10" name="Picture 10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76300" y="7797800"/>
            <a:ext cx="1790700" cy="533400"/>
          </a:xfrm>
          <a:prstGeom prst="rect">
            <a:avLst/>
          </a:prstGeom>
        </p:spPr>
      </p:pic>
      <p:sp>
        <p:nvSpPr>
          <p:cNvPr id="11" name="TextBox 11"/>
          <p:cNvSpPr txBox="1"/>
          <p:nvPr/>
        </p:nvSpPr>
        <p:spPr>
          <a:xfrm>
            <a:off x="1206500" y="7886700"/>
            <a:ext cx="1143000" cy="330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32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900" dirty="0">
                <a:solidFill>
                  <a:srgbClr val="004AB6"/>
                </a:solidFill>
                <a:latin typeface="Pretendard SemiBold"/>
              </a:rPr>
              <a:t>Part</a:t>
            </a:r>
            <a:r>
              <a:rPr kumimoji="0" lang="en-US" altLang="ko-KR" sz="1900" b="0" i="0" u="none" strike="noStrike" kern="1200" cap="none" spc="0" normalizeH="0" baseline="0" noProof="0" dirty="0">
                <a:ln>
                  <a:noFill/>
                </a:ln>
                <a:solidFill>
                  <a:srgbClr val="004AB6"/>
                </a:solidFill>
                <a:effectLst/>
                <a:uLnTx/>
                <a:uFillTx/>
                <a:latin typeface="Pretendard SemiBold"/>
                <a:ea typeface="+mn-ea"/>
                <a:cs typeface="+mn-cs"/>
              </a:rPr>
              <a:t>1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2921000" y="7848600"/>
            <a:ext cx="3314700" cy="4191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ko-KR" sz="2300" b="0" i="0" u="none" strike="noStrike">
                <a:solidFill>
                  <a:srgbClr val="FFFFFF"/>
                </a:solidFill>
                <a:ea typeface="Pretendard SemiBold"/>
              </a:rPr>
              <a:t>그래프가</a:t>
            </a:r>
            <a:r>
              <a:rPr lang="en-US" sz="2300" b="0" i="0" u="none" strike="noStrike">
                <a:solidFill>
                  <a:srgbClr val="FFFFFF"/>
                </a:solidFill>
                <a:latin typeface="Pretendard SemiBold"/>
              </a:rPr>
              <a:t> </a:t>
            </a:r>
            <a:r>
              <a:rPr lang="ko-KR" sz="2300" b="0" i="0" u="none" strike="noStrike">
                <a:solidFill>
                  <a:srgbClr val="FFFFFF"/>
                </a:solidFill>
                <a:ea typeface="Pretendard SemiBold"/>
              </a:rPr>
              <a:t>있는</a:t>
            </a:r>
            <a:r>
              <a:rPr lang="en-US" sz="2300" b="0" i="0" u="none" strike="noStrike">
                <a:solidFill>
                  <a:srgbClr val="FFFFFF"/>
                </a:solidFill>
                <a:latin typeface="Pretendard SemiBold"/>
              </a:rPr>
              <a:t> </a:t>
            </a:r>
            <a:r>
              <a:rPr lang="ko-KR" sz="2300" b="0" i="0" u="none" strike="noStrike">
                <a:solidFill>
                  <a:srgbClr val="FFFFFF"/>
                </a:solidFill>
                <a:ea typeface="Pretendard SemiBold"/>
              </a:rPr>
              <a:t>레이아웃</a:t>
            </a:r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6300" y="9448800"/>
            <a:ext cx="5245100" cy="25400"/>
          </a:xfrm>
          <a:prstGeom prst="rect">
            <a:avLst/>
          </a:prstGeom>
        </p:spPr>
      </p:pic>
      <p:grpSp>
        <p:nvGrpSpPr>
          <p:cNvPr id="14" name="Group 14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15" name="Picture 15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76300" y="8724900"/>
            <a:ext cx="1790700" cy="533400"/>
          </a:xfrm>
          <a:prstGeom prst="rect">
            <a:avLst/>
          </a:prstGeom>
        </p:spPr>
      </p:pic>
      <p:sp>
        <p:nvSpPr>
          <p:cNvPr id="16" name="TextBox 16"/>
          <p:cNvSpPr txBox="1"/>
          <p:nvPr/>
        </p:nvSpPr>
        <p:spPr>
          <a:xfrm>
            <a:off x="1206500" y="8813800"/>
            <a:ext cx="1143000" cy="330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32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900" dirty="0">
                <a:solidFill>
                  <a:srgbClr val="004AB6"/>
                </a:solidFill>
                <a:latin typeface="Pretendard SemiBold"/>
              </a:rPr>
              <a:t>Part2</a:t>
            </a:r>
            <a:endParaRPr kumimoji="0" lang="en-US" altLang="ko-KR" sz="1900" b="0" i="0" u="none" strike="noStrike" kern="1200" cap="none" spc="0" normalizeH="0" baseline="0" noProof="0" dirty="0">
              <a:ln>
                <a:noFill/>
              </a:ln>
              <a:solidFill>
                <a:srgbClr val="004AB6"/>
              </a:solidFill>
              <a:effectLst/>
              <a:uLnTx/>
              <a:uFillTx/>
              <a:latin typeface="Pretendard SemiBold"/>
              <a:ea typeface="+mn-ea"/>
              <a:cs typeface="+mn-cs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2921000" y="8775700"/>
            <a:ext cx="3314700" cy="4191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ko-KR" sz="2300" b="0" i="0" u="none" strike="noStrike">
                <a:solidFill>
                  <a:srgbClr val="FFFFFF"/>
                </a:solidFill>
                <a:ea typeface="Pretendard SemiBold"/>
              </a:rPr>
              <a:t>이미지가</a:t>
            </a:r>
            <a:r>
              <a:rPr lang="en-US" sz="2300" b="0" i="0" u="none" strike="noStrike">
                <a:solidFill>
                  <a:srgbClr val="FFFFFF"/>
                </a:solidFill>
                <a:latin typeface="Pretendard SemiBold"/>
              </a:rPr>
              <a:t> </a:t>
            </a:r>
            <a:r>
              <a:rPr lang="ko-KR" sz="2300" b="0" i="0" u="none" strike="noStrike">
                <a:solidFill>
                  <a:srgbClr val="FFFFFF"/>
                </a:solidFill>
                <a:ea typeface="Pretendard SemiBold"/>
              </a:rPr>
              <a:t>있는</a:t>
            </a:r>
            <a:r>
              <a:rPr lang="en-US" sz="2300" b="0" i="0" u="none" strike="noStrike">
                <a:solidFill>
                  <a:srgbClr val="FFFFFF"/>
                </a:solidFill>
                <a:latin typeface="Pretendard SemiBold"/>
              </a:rPr>
              <a:t> </a:t>
            </a:r>
            <a:r>
              <a:rPr lang="ko-KR" sz="2300" b="0" i="0" u="none" strike="noStrike">
                <a:solidFill>
                  <a:srgbClr val="FFFFFF"/>
                </a:solidFill>
                <a:ea typeface="Pretendard SemiBold"/>
              </a:rPr>
              <a:t>레이아웃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927100" y="5346700"/>
            <a:ext cx="7759700" cy="7493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16199"/>
              </a:lnSpc>
            </a:pPr>
            <a:r>
              <a:rPr lang="ko-KR" sz="2100" b="0" i="0" u="none" strike="noStrike">
                <a:solidFill>
                  <a:srgbClr val="FFFFFF"/>
                </a:solidFill>
                <a:ea typeface="Pretendard Light"/>
              </a:rPr>
              <a:t>이</a:t>
            </a:r>
            <a:r>
              <a:rPr lang="en-US" sz="2100" b="0" i="0" u="none" strike="noStrike">
                <a:solidFill>
                  <a:srgbClr val="FFFFFF"/>
                </a:solidFill>
                <a:latin typeface="Pretendard Light"/>
              </a:rPr>
              <a:t> </a:t>
            </a:r>
            <a:r>
              <a:rPr lang="ko-KR" sz="2100" b="0" i="0" u="none" strike="noStrike">
                <a:solidFill>
                  <a:srgbClr val="FFFFFF"/>
                </a:solidFill>
                <a:ea typeface="Pretendard Light"/>
              </a:rPr>
              <a:t>곳에</a:t>
            </a:r>
            <a:r>
              <a:rPr lang="en-US" sz="2100" b="0" i="0" u="none" strike="noStrike">
                <a:solidFill>
                  <a:srgbClr val="FFFFFF"/>
                </a:solidFill>
                <a:latin typeface="Pretendard Light"/>
              </a:rPr>
              <a:t> </a:t>
            </a:r>
            <a:r>
              <a:rPr lang="ko-KR" sz="2100" b="0" i="0" u="none" strike="noStrike">
                <a:solidFill>
                  <a:srgbClr val="FFFFFF"/>
                </a:solidFill>
                <a:ea typeface="Pretendard Light"/>
              </a:rPr>
              <a:t>해당하는</a:t>
            </a:r>
            <a:r>
              <a:rPr lang="en-US" sz="2100" b="0" i="0" u="none" strike="noStrike">
                <a:solidFill>
                  <a:srgbClr val="FFFFFF"/>
                </a:solidFill>
                <a:latin typeface="Pretendard Light"/>
              </a:rPr>
              <a:t> </a:t>
            </a:r>
            <a:r>
              <a:rPr lang="ko-KR" sz="2100" b="0" i="0" u="none" strike="noStrike">
                <a:solidFill>
                  <a:srgbClr val="FFFFFF"/>
                </a:solidFill>
                <a:ea typeface="Pretendard Light"/>
              </a:rPr>
              <a:t>제목과</a:t>
            </a:r>
            <a:r>
              <a:rPr lang="en-US" sz="2100" b="0" i="0" u="none" strike="noStrike">
                <a:solidFill>
                  <a:srgbClr val="FFFFFF"/>
                </a:solidFill>
                <a:latin typeface="Pretendard Light"/>
              </a:rPr>
              <a:t> </a:t>
            </a:r>
            <a:r>
              <a:rPr lang="ko-KR" sz="2100" b="0" i="0" u="none" strike="noStrike">
                <a:solidFill>
                  <a:srgbClr val="FFFFFF"/>
                </a:solidFill>
                <a:ea typeface="Pretendard Light"/>
              </a:rPr>
              <a:t>관련하여</a:t>
            </a:r>
            <a:r>
              <a:rPr lang="en-US" sz="2100" b="0" i="0" u="none" strike="noStrike">
                <a:solidFill>
                  <a:srgbClr val="FFFFFF"/>
                </a:solidFill>
                <a:latin typeface="Pretendard Light"/>
              </a:rPr>
              <a:t> </a:t>
            </a:r>
            <a:r>
              <a:rPr lang="ko-KR" sz="2100" b="0" i="0" u="none" strike="noStrike">
                <a:solidFill>
                  <a:srgbClr val="FFFFFF"/>
                </a:solidFill>
                <a:ea typeface="Pretendard Light"/>
              </a:rPr>
              <a:t>자세한</a:t>
            </a:r>
            <a:r>
              <a:rPr lang="en-US" sz="2100" b="0" i="0" u="none" strike="noStrike">
                <a:solidFill>
                  <a:srgbClr val="FFFFFF"/>
                </a:solidFill>
                <a:latin typeface="Pretendard Light"/>
              </a:rPr>
              <a:t> </a:t>
            </a:r>
            <a:r>
              <a:rPr lang="ko-KR" sz="2100" b="0" i="0" u="none" strike="noStrike">
                <a:solidFill>
                  <a:srgbClr val="FFFFFF"/>
                </a:solidFill>
                <a:ea typeface="Pretendard Light"/>
              </a:rPr>
              <a:t>설명을</a:t>
            </a:r>
            <a:r>
              <a:rPr lang="en-US" sz="2100" b="0" i="0" u="none" strike="noStrike">
                <a:solidFill>
                  <a:srgbClr val="FFFFFF"/>
                </a:solidFill>
                <a:latin typeface="Pretendard Light"/>
              </a:rPr>
              <a:t> </a:t>
            </a:r>
            <a:r>
              <a:rPr lang="ko-KR" sz="2100" b="0" i="0" u="none" strike="noStrike">
                <a:solidFill>
                  <a:srgbClr val="FFFFFF"/>
                </a:solidFill>
                <a:ea typeface="Pretendard Light"/>
              </a:rPr>
              <a:t>텍스트로</a:t>
            </a:r>
            <a:r>
              <a:rPr lang="en-US" sz="2100" b="0" i="0" u="none" strike="noStrike">
                <a:solidFill>
                  <a:srgbClr val="FFFFFF"/>
                </a:solidFill>
                <a:latin typeface="Pretendard Light"/>
              </a:rPr>
              <a:t> </a:t>
            </a:r>
            <a:r>
              <a:rPr lang="ko-KR" sz="2100" b="0" i="0" u="none" strike="noStrike">
                <a:solidFill>
                  <a:srgbClr val="FFFFFF"/>
                </a:solidFill>
                <a:ea typeface="Pretendard Light"/>
              </a:rPr>
              <a:t>입력해주세요</a:t>
            </a:r>
            <a:r>
              <a:rPr lang="en-US" sz="2100" b="0" i="0" u="none" strike="noStrike">
                <a:solidFill>
                  <a:srgbClr val="FFFFFF"/>
                </a:solidFill>
                <a:latin typeface="Pretendard Light"/>
              </a:rPr>
              <a:t>.</a:t>
            </a:r>
          </a:p>
          <a:p>
            <a:pPr lvl="0" algn="l">
              <a:lnSpc>
                <a:spcPct val="116199"/>
              </a:lnSpc>
            </a:pPr>
            <a:r>
              <a:rPr lang="ko-KR" sz="2100" b="0" i="0" u="none" strike="noStrike">
                <a:solidFill>
                  <a:srgbClr val="FFFFFF"/>
                </a:solidFill>
                <a:ea typeface="Pretendard Light"/>
              </a:rPr>
              <a:t>큰</a:t>
            </a:r>
            <a:r>
              <a:rPr lang="en-US" sz="2100" b="0" i="0" u="none" strike="noStrike">
                <a:solidFill>
                  <a:srgbClr val="FFFFFF"/>
                </a:solidFill>
                <a:latin typeface="Pretendard Light"/>
              </a:rPr>
              <a:t> </a:t>
            </a:r>
            <a:r>
              <a:rPr lang="ko-KR" sz="2100" b="0" i="0" u="none" strike="noStrike">
                <a:solidFill>
                  <a:srgbClr val="FFFFFF"/>
                </a:solidFill>
                <a:ea typeface="Pretendard Light"/>
              </a:rPr>
              <a:t>타이틀에</a:t>
            </a:r>
            <a:r>
              <a:rPr lang="en-US" sz="2100" b="0" i="0" u="none" strike="noStrike">
                <a:solidFill>
                  <a:srgbClr val="FFFFFF"/>
                </a:solidFill>
                <a:latin typeface="Pretendard Light"/>
              </a:rPr>
              <a:t> </a:t>
            </a:r>
            <a:r>
              <a:rPr lang="ko-KR" sz="2100" b="0" i="0" u="none" strike="noStrike">
                <a:solidFill>
                  <a:srgbClr val="FFFFFF"/>
                </a:solidFill>
                <a:ea typeface="Pretendard Light"/>
              </a:rPr>
              <a:t>대한</a:t>
            </a:r>
            <a:r>
              <a:rPr lang="en-US" sz="2100" b="0" i="0" u="none" strike="noStrike">
                <a:solidFill>
                  <a:srgbClr val="FFFFFF"/>
                </a:solidFill>
                <a:latin typeface="Pretendard Light"/>
              </a:rPr>
              <a:t> </a:t>
            </a:r>
            <a:r>
              <a:rPr lang="ko-KR" sz="2100" b="0" i="0" u="none" strike="noStrike">
                <a:solidFill>
                  <a:srgbClr val="FFFFFF"/>
                </a:solidFill>
                <a:ea typeface="Pretendard Light"/>
              </a:rPr>
              <a:t>설명</a:t>
            </a:r>
            <a:r>
              <a:rPr lang="en-US" sz="2100" b="0" i="0" u="none" strike="noStrike">
                <a:solidFill>
                  <a:srgbClr val="FFFFFF"/>
                </a:solidFill>
                <a:latin typeface="Pretendard Light"/>
              </a:rPr>
              <a:t> </a:t>
            </a:r>
            <a:r>
              <a:rPr lang="ko-KR" sz="2100" b="0" i="0" u="none" strike="noStrike">
                <a:solidFill>
                  <a:srgbClr val="FFFFFF"/>
                </a:solidFill>
                <a:ea typeface="Pretendard Light"/>
              </a:rPr>
              <a:t>또는</a:t>
            </a:r>
            <a:r>
              <a:rPr lang="en-US" sz="2100" b="0" i="0" u="none" strike="noStrike">
                <a:solidFill>
                  <a:srgbClr val="FFFFFF"/>
                </a:solidFill>
                <a:latin typeface="Pretendard Light"/>
              </a:rPr>
              <a:t> </a:t>
            </a:r>
            <a:r>
              <a:rPr lang="ko-KR" sz="2100" b="0" i="0" u="none" strike="noStrike">
                <a:solidFill>
                  <a:srgbClr val="FFFFFF"/>
                </a:solidFill>
                <a:ea typeface="Pretendard Light"/>
              </a:rPr>
              <a:t>세부키워드에</a:t>
            </a:r>
            <a:r>
              <a:rPr lang="en-US" sz="2100" b="0" i="0" u="none" strike="noStrike">
                <a:solidFill>
                  <a:srgbClr val="FFFFFF"/>
                </a:solidFill>
                <a:latin typeface="Pretendard Light"/>
              </a:rPr>
              <a:t> </a:t>
            </a:r>
            <a:r>
              <a:rPr lang="ko-KR" sz="2100" b="0" i="0" u="none" strike="noStrike">
                <a:solidFill>
                  <a:srgbClr val="FFFFFF"/>
                </a:solidFill>
                <a:ea typeface="Pretendard Light"/>
              </a:rPr>
              <a:t>대한</a:t>
            </a:r>
            <a:r>
              <a:rPr lang="en-US" sz="2100" b="0" i="0" u="none" strike="noStrike">
                <a:solidFill>
                  <a:srgbClr val="FFFFFF"/>
                </a:solidFill>
                <a:latin typeface="Pretendard Light"/>
              </a:rPr>
              <a:t> </a:t>
            </a:r>
            <a:r>
              <a:rPr lang="ko-KR" sz="2100" b="0" i="0" u="none" strike="noStrike">
                <a:solidFill>
                  <a:srgbClr val="FFFFFF"/>
                </a:solidFill>
                <a:ea typeface="Pretendard Light"/>
              </a:rPr>
              <a:t>내용을</a:t>
            </a:r>
            <a:r>
              <a:rPr lang="en-US" sz="2100" b="0" i="0" u="none" strike="noStrike">
                <a:solidFill>
                  <a:srgbClr val="FFFFFF"/>
                </a:solidFill>
                <a:latin typeface="Pretendard Light"/>
              </a:rPr>
              <a:t> </a:t>
            </a:r>
            <a:r>
              <a:rPr lang="ko-KR" sz="2100" b="0" i="0" u="none" strike="noStrike">
                <a:solidFill>
                  <a:srgbClr val="FFFFFF"/>
                </a:solidFill>
                <a:ea typeface="Pretendard Light"/>
              </a:rPr>
              <a:t>적어주세요</a:t>
            </a:r>
            <a:r>
              <a:rPr lang="en-US" sz="2100" b="0" i="0" u="none" strike="noStrike">
                <a:solidFill>
                  <a:srgbClr val="FFFFFF"/>
                </a:solidFill>
                <a:latin typeface="Pretendard Light"/>
              </a:rPr>
              <a:t>.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927100" y="1587500"/>
            <a:ext cx="2857500" cy="26289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83000"/>
              </a:lnSpc>
            </a:pPr>
            <a:r>
              <a:rPr lang="en-US" sz="14800" b="0" i="0" u="none" strike="noStrike" spc="-200">
                <a:solidFill>
                  <a:srgbClr val="ACCEFE"/>
                </a:solidFill>
                <a:latin typeface="Pretendard Bold"/>
              </a:rPr>
              <a:t>02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927100" y="3911600"/>
            <a:ext cx="8343900" cy="11684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83000"/>
              </a:lnSpc>
            </a:pPr>
            <a:r>
              <a:rPr lang="ko-KR" altLang="en-US" sz="6600" b="0" i="0" u="none" strike="noStrike" dirty="0">
                <a:solidFill>
                  <a:srgbClr val="FFFFFF"/>
                </a:solidFill>
                <a:ea typeface="Hakgyoansim Chulseokbu TTF B"/>
              </a:rPr>
              <a:t>데이터베이스 설계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F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" name="그림 37">
            <a:extLst>
              <a:ext uri="{FF2B5EF4-FFF2-40B4-BE49-F238E27FC236}">
                <a16:creationId xmlns:a16="http://schemas.microsoft.com/office/drawing/2014/main" id="{5D5B8444-1875-97DE-300B-6574280643A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rcRect l="56191" r="-1"/>
          <a:stretch/>
        </p:blipFill>
        <p:spPr>
          <a:xfrm>
            <a:off x="1295400" y="4279900"/>
            <a:ext cx="5181600" cy="5207000"/>
          </a:xfrm>
          <a:prstGeom prst="ellipse">
            <a:avLst/>
          </a:prstGeom>
        </p:spPr>
      </p:pic>
      <p:pic>
        <p:nvPicPr>
          <p:cNvPr id="2" name="Picture 2"/>
          <p:cNvPicPr>
            <a:picLocks noChangeAspect="1"/>
          </p:cNvPicPr>
          <p:nvPr/>
        </p:nvPicPr>
        <p:blipFill>
          <a:blip r:embed="rId4">
            <a:alphaModFix amt="50000"/>
          </a:blip>
          <a:stretch>
            <a:fillRect/>
          </a:stretch>
        </p:blipFill>
        <p:spPr>
          <a:xfrm>
            <a:off x="13131800" y="0"/>
            <a:ext cx="5156200" cy="25908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5400000">
            <a:off x="9055100" y="-9055100"/>
            <a:ext cx="241300" cy="183388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000" y="4343400"/>
            <a:ext cx="5207000" cy="52070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62500" y="4216400"/>
            <a:ext cx="4813300" cy="54737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89700" y="6210300"/>
            <a:ext cx="1460500" cy="1460500"/>
          </a:xfrm>
          <a:prstGeom prst="rect">
            <a:avLst/>
          </a:prstGeom>
        </p:spPr>
      </p:pic>
      <p:grpSp>
        <p:nvGrpSpPr>
          <p:cNvPr id="8" name="Group 8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9" name="Picture 9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363200" y="4724400"/>
            <a:ext cx="1612900" cy="635000"/>
          </a:xfrm>
          <a:prstGeom prst="rect">
            <a:avLst/>
          </a:prstGeom>
        </p:spPr>
      </p:pic>
      <p:sp>
        <p:nvSpPr>
          <p:cNvPr id="10" name="TextBox 10"/>
          <p:cNvSpPr txBox="1"/>
          <p:nvPr/>
        </p:nvSpPr>
        <p:spPr>
          <a:xfrm>
            <a:off x="12217400" y="5384800"/>
            <a:ext cx="4368800" cy="330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24499"/>
              </a:lnSpc>
            </a:pPr>
            <a:r>
              <a:rPr lang="ko-KR" sz="1900" b="0" i="0" u="none" strike="noStrike">
                <a:solidFill>
                  <a:srgbClr val="525252"/>
                </a:solidFill>
                <a:ea typeface="Pretendard Light"/>
              </a:rPr>
              <a:t>키워드에</a:t>
            </a:r>
            <a:r>
              <a:rPr lang="en-US" sz="1900" b="0" i="0" u="none" strike="noStrike">
                <a:solidFill>
                  <a:srgbClr val="525252"/>
                </a:solidFill>
                <a:latin typeface="Pretendard Light"/>
              </a:rPr>
              <a:t> </a:t>
            </a:r>
            <a:r>
              <a:rPr lang="ko-KR" sz="1900" b="0" i="0" u="none" strike="noStrike">
                <a:solidFill>
                  <a:srgbClr val="525252"/>
                </a:solidFill>
                <a:ea typeface="Pretendard Light"/>
              </a:rPr>
              <a:t>대한</a:t>
            </a:r>
            <a:r>
              <a:rPr lang="en-US" sz="1900" b="0" i="0" u="none" strike="noStrike">
                <a:solidFill>
                  <a:srgbClr val="525252"/>
                </a:solidFill>
                <a:latin typeface="Pretendard Light"/>
              </a:rPr>
              <a:t> </a:t>
            </a:r>
            <a:r>
              <a:rPr lang="ko-KR" sz="1900" b="0" i="0" u="none" strike="noStrike">
                <a:solidFill>
                  <a:srgbClr val="525252"/>
                </a:solidFill>
                <a:ea typeface="Pretendard Light"/>
              </a:rPr>
              <a:t>세부내용을</a:t>
            </a:r>
            <a:r>
              <a:rPr lang="en-US" sz="1900" b="0" i="0" u="none" strike="noStrike">
                <a:solidFill>
                  <a:srgbClr val="525252"/>
                </a:solidFill>
                <a:latin typeface="Pretendard Light"/>
              </a:rPr>
              <a:t> </a:t>
            </a:r>
            <a:r>
              <a:rPr lang="ko-KR" sz="1900" b="0" i="0" u="none" strike="noStrike">
                <a:solidFill>
                  <a:srgbClr val="525252"/>
                </a:solidFill>
                <a:ea typeface="Pretendard Light"/>
              </a:rPr>
              <a:t>입력해주세요</a:t>
            </a:r>
            <a:r>
              <a:rPr lang="en-US" sz="1900" b="0" i="0" u="none" strike="noStrike">
                <a:solidFill>
                  <a:srgbClr val="525252"/>
                </a:solidFill>
                <a:latin typeface="Pretendard Light"/>
              </a:rPr>
              <a:t>.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2217400" y="4826000"/>
            <a:ext cx="4508500" cy="4191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16199"/>
              </a:lnSpc>
            </a:pPr>
            <a:r>
              <a:rPr lang="ko-KR" altLang="en-US" sz="2300" b="0" i="0" u="none" strike="noStrike" dirty="0">
                <a:solidFill>
                  <a:srgbClr val="000000"/>
                </a:solidFill>
                <a:ea typeface="Hakgyoansim Chulseokbu TTF B"/>
              </a:rPr>
              <a:t>금융보안에 특화된 실무 자료</a:t>
            </a:r>
            <a:endParaRPr lang="en-US" sz="2300" b="0" i="0" u="none" strike="noStrike" dirty="0">
              <a:solidFill>
                <a:srgbClr val="000000"/>
              </a:solidFill>
              <a:latin typeface="Hakgyoansim Chulseokbu TTF B"/>
            </a:endParaRPr>
          </a:p>
        </p:txBody>
      </p:sp>
      <p:grpSp>
        <p:nvGrpSpPr>
          <p:cNvPr id="13" name="Group 13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14" name="Picture 14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363200" y="6438900"/>
            <a:ext cx="1612900" cy="635000"/>
          </a:xfrm>
          <a:prstGeom prst="rect">
            <a:avLst/>
          </a:prstGeom>
        </p:spPr>
      </p:pic>
      <p:sp>
        <p:nvSpPr>
          <p:cNvPr id="15" name="TextBox 15"/>
          <p:cNvSpPr txBox="1"/>
          <p:nvPr/>
        </p:nvSpPr>
        <p:spPr>
          <a:xfrm>
            <a:off x="12217400" y="7086600"/>
            <a:ext cx="4368800" cy="330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24499"/>
              </a:lnSpc>
            </a:pPr>
            <a:r>
              <a:rPr lang="ko-KR" sz="1900" b="0" i="0" u="none" strike="noStrike">
                <a:solidFill>
                  <a:srgbClr val="525252"/>
                </a:solidFill>
                <a:ea typeface="Pretendard Light"/>
              </a:rPr>
              <a:t>키워드에</a:t>
            </a:r>
            <a:r>
              <a:rPr lang="en-US" sz="1900" b="0" i="0" u="none" strike="noStrike">
                <a:solidFill>
                  <a:srgbClr val="525252"/>
                </a:solidFill>
                <a:latin typeface="Pretendard Light"/>
              </a:rPr>
              <a:t> </a:t>
            </a:r>
            <a:r>
              <a:rPr lang="ko-KR" sz="1900" b="0" i="0" u="none" strike="noStrike">
                <a:solidFill>
                  <a:srgbClr val="525252"/>
                </a:solidFill>
                <a:ea typeface="Pretendard Light"/>
              </a:rPr>
              <a:t>대한</a:t>
            </a:r>
            <a:r>
              <a:rPr lang="en-US" sz="1900" b="0" i="0" u="none" strike="noStrike">
                <a:solidFill>
                  <a:srgbClr val="525252"/>
                </a:solidFill>
                <a:latin typeface="Pretendard Light"/>
              </a:rPr>
              <a:t> </a:t>
            </a:r>
            <a:r>
              <a:rPr lang="ko-KR" sz="1900" b="0" i="0" u="none" strike="noStrike">
                <a:solidFill>
                  <a:srgbClr val="525252"/>
                </a:solidFill>
                <a:ea typeface="Pretendard Light"/>
              </a:rPr>
              <a:t>세부내용을</a:t>
            </a:r>
            <a:r>
              <a:rPr lang="en-US" sz="1900" b="0" i="0" u="none" strike="noStrike">
                <a:solidFill>
                  <a:srgbClr val="525252"/>
                </a:solidFill>
                <a:latin typeface="Pretendard Light"/>
              </a:rPr>
              <a:t> </a:t>
            </a:r>
            <a:r>
              <a:rPr lang="ko-KR" sz="1900" b="0" i="0" u="none" strike="noStrike">
                <a:solidFill>
                  <a:srgbClr val="525252"/>
                </a:solidFill>
                <a:ea typeface="Pretendard Light"/>
              </a:rPr>
              <a:t>입력해주세요</a:t>
            </a:r>
            <a:r>
              <a:rPr lang="en-US" sz="1900" b="0" i="0" u="none" strike="noStrike">
                <a:solidFill>
                  <a:srgbClr val="525252"/>
                </a:solidFill>
                <a:latin typeface="Pretendard Light"/>
              </a:rPr>
              <a:t>.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0617200" y="6515100"/>
            <a:ext cx="1104900" cy="457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r>
              <a:rPr lang="en-US" sz="2600" b="0" i="0" u="none" strike="noStrike" dirty="0">
                <a:solidFill>
                  <a:srgbClr val="FFFFFF"/>
                </a:solidFill>
                <a:latin typeface="Pretendard Bold"/>
              </a:rPr>
              <a:t>00%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2217400" y="6540500"/>
            <a:ext cx="4508500" cy="4191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16199"/>
              </a:lnSpc>
            </a:pPr>
            <a:r>
              <a:rPr lang="ko-KR" sz="2300" b="0" i="0" u="none" strike="noStrike" dirty="0">
                <a:solidFill>
                  <a:srgbClr val="000000"/>
                </a:solidFill>
                <a:ea typeface="Hakgyoansim Chulseokbu TTF B"/>
              </a:rPr>
              <a:t>핵심</a:t>
            </a:r>
            <a:r>
              <a:rPr lang="en-US" sz="2300" b="0" i="0" u="none" strike="noStrike" dirty="0">
                <a:solidFill>
                  <a:srgbClr val="000000"/>
                </a:solidFill>
                <a:latin typeface="Hakgyoansim Chulseokbu TTF B"/>
              </a:rPr>
              <a:t> </a:t>
            </a:r>
            <a:r>
              <a:rPr lang="ko-KR" sz="2300" b="0" i="0" u="none" strike="noStrike" dirty="0">
                <a:solidFill>
                  <a:srgbClr val="000000"/>
                </a:solidFill>
                <a:ea typeface="Hakgyoansim Chulseokbu TTF B"/>
              </a:rPr>
              <a:t>내용을</a:t>
            </a:r>
            <a:r>
              <a:rPr lang="en-US" sz="2300" b="0" i="0" u="none" strike="noStrike" dirty="0">
                <a:solidFill>
                  <a:srgbClr val="000000"/>
                </a:solidFill>
                <a:latin typeface="Hakgyoansim Chulseokbu TTF B"/>
              </a:rPr>
              <a:t> </a:t>
            </a:r>
            <a:r>
              <a:rPr lang="ko-KR" sz="2300" b="0" i="0" u="none" strike="noStrike">
                <a:solidFill>
                  <a:srgbClr val="000000"/>
                </a:solidFill>
                <a:ea typeface="Hakgyoansim Chulseokbu TTF B"/>
              </a:rPr>
              <a:t>입력해주세요</a:t>
            </a:r>
            <a:r>
              <a:rPr lang="en-US" sz="2300" b="0" i="0" u="none" strike="noStrike" dirty="0">
                <a:solidFill>
                  <a:srgbClr val="000000"/>
                </a:solidFill>
                <a:latin typeface="Hakgyoansim Chulseokbu TTF B"/>
              </a:rPr>
              <a:t>.</a:t>
            </a:r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 r:embed="rId11">
            <a:alphaModFix amt="40000"/>
          </a:blip>
          <a:stretch>
            <a:fillRect/>
          </a:stretch>
        </p:blipFill>
        <p:spPr>
          <a:xfrm>
            <a:off x="647700" y="6438900"/>
            <a:ext cx="457200" cy="457200"/>
          </a:xfrm>
          <a:prstGeom prst="rect">
            <a:avLst/>
          </a:prstGeom>
        </p:spPr>
      </p:pic>
      <p:pic>
        <p:nvPicPr>
          <p:cNvPr id="19" name="Picture 19"/>
          <p:cNvPicPr>
            <a:picLocks noChangeAspect="1"/>
          </p:cNvPicPr>
          <p:nvPr/>
        </p:nvPicPr>
        <p:blipFill>
          <a:blip r:embed="rId12">
            <a:alphaModFix amt="41000"/>
          </a:blip>
          <a:stretch>
            <a:fillRect/>
          </a:stretch>
        </p:blipFill>
        <p:spPr>
          <a:xfrm rot="-5400000">
            <a:off x="-914400" y="8064500"/>
            <a:ext cx="3136900" cy="1295400"/>
          </a:xfrm>
          <a:prstGeom prst="rect">
            <a:avLst/>
          </a:prstGeom>
        </p:spPr>
      </p:pic>
      <p:pic>
        <p:nvPicPr>
          <p:cNvPr id="20" name="Picture 20"/>
          <p:cNvPicPr>
            <a:picLocks noChangeAspect="1"/>
          </p:cNvPicPr>
          <p:nvPr/>
        </p:nvPicPr>
        <p:blipFill>
          <a:blip r:embed="rId13">
            <a:alphaModFix amt="40000"/>
          </a:blip>
          <a:stretch>
            <a:fillRect/>
          </a:stretch>
        </p:blipFill>
        <p:spPr>
          <a:xfrm>
            <a:off x="16573500" y="1638300"/>
            <a:ext cx="1206500" cy="1206500"/>
          </a:xfrm>
          <a:prstGeom prst="rect">
            <a:avLst/>
          </a:prstGeom>
        </p:spPr>
      </p:pic>
      <p:pic>
        <p:nvPicPr>
          <p:cNvPr id="21" name="Picture 21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0363200" y="6070600"/>
            <a:ext cx="6197600" cy="25400"/>
          </a:xfrm>
          <a:prstGeom prst="rect">
            <a:avLst/>
          </a:prstGeom>
        </p:spPr>
      </p:pic>
      <p:pic>
        <p:nvPicPr>
          <p:cNvPr id="22" name="Picture 22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0363200" y="7785100"/>
            <a:ext cx="6197600" cy="25400"/>
          </a:xfrm>
          <a:prstGeom prst="rect">
            <a:avLst/>
          </a:prstGeom>
        </p:spPr>
      </p:pic>
      <p:grpSp>
        <p:nvGrpSpPr>
          <p:cNvPr id="23" name="Group 23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24" name="Picture 24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0363200" y="8153400"/>
            <a:ext cx="1612900" cy="635000"/>
          </a:xfrm>
          <a:prstGeom prst="rect">
            <a:avLst/>
          </a:prstGeom>
        </p:spPr>
      </p:pic>
      <p:sp>
        <p:nvSpPr>
          <p:cNvPr id="25" name="TextBox 25"/>
          <p:cNvSpPr txBox="1"/>
          <p:nvPr/>
        </p:nvSpPr>
        <p:spPr>
          <a:xfrm>
            <a:off x="12217400" y="8801100"/>
            <a:ext cx="4368800" cy="330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24499"/>
              </a:lnSpc>
            </a:pPr>
            <a:r>
              <a:rPr lang="ko-KR" sz="1900" b="0" i="0" u="none" strike="noStrike">
                <a:solidFill>
                  <a:srgbClr val="525252"/>
                </a:solidFill>
                <a:ea typeface="Pretendard Light"/>
              </a:rPr>
              <a:t>키워드에</a:t>
            </a:r>
            <a:r>
              <a:rPr lang="en-US" sz="1900" b="0" i="0" u="none" strike="noStrike">
                <a:solidFill>
                  <a:srgbClr val="525252"/>
                </a:solidFill>
                <a:latin typeface="Pretendard Light"/>
              </a:rPr>
              <a:t> </a:t>
            </a:r>
            <a:r>
              <a:rPr lang="ko-KR" sz="1900" b="0" i="0" u="none" strike="noStrike">
                <a:solidFill>
                  <a:srgbClr val="525252"/>
                </a:solidFill>
                <a:ea typeface="Pretendard Light"/>
              </a:rPr>
              <a:t>대한</a:t>
            </a:r>
            <a:r>
              <a:rPr lang="en-US" sz="1900" b="0" i="0" u="none" strike="noStrike">
                <a:solidFill>
                  <a:srgbClr val="525252"/>
                </a:solidFill>
                <a:latin typeface="Pretendard Light"/>
              </a:rPr>
              <a:t> </a:t>
            </a:r>
            <a:r>
              <a:rPr lang="ko-KR" sz="1900" b="0" i="0" u="none" strike="noStrike">
                <a:solidFill>
                  <a:srgbClr val="525252"/>
                </a:solidFill>
                <a:ea typeface="Pretendard Light"/>
              </a:rPr>
              <a:t>세부내용을</a:t>
            </a:r>
            <a:r>
              <a:rPr lang="en-US" sz="1900" b="0" i="0" u="none" strike="noStrike">
                <a:solidFill>
                  <a:srgbClr val="525252"/>
                </a:solidFill>
                <a:latin typeface="Pretendard Light"/>
              </a:rPr>
              <a:t> </a:t>
            </a:r>
            <a:r>
              <a:rPr lang="ko-KR" sz="1900" b="0" i="0" u="none" strike="noStrike">
                <a:solidFill>
                  <a:srgbClr val="525252"/>
                </a:solidFill>
                <a:ea typeface="Pretendard Light"/>
              </a:rPr>
              <a:t>입력해주세요</a:t>
            </a:r>
            <a:r>
              <a:rPr lang="en-US" sz="1900" b="0" i="0" u="none" strike="noStrike">
                <a:solidFill>
                  <a:srgbClr val="525252"/>
                </a:solidFill>
                <a:latin typeface="Pretendard Light"/>
              </a:rPr>
              <a:t>.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0617200" y="8216900"/>
            <a:ext cx="1104900" cy="457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r>
              <a:rPr lang="en-US" sz="2600" b="0" i="0" u="none" strike="noStrike">
                <a:solidFill>
                  <a:srgbClr val="FFFFFF"/>
                </a:solidFill>
                <a:latin typeface="Pretendard Bold"/>
              </a:rPr>
              <a:t>00%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2217400" y="8242300"/>
            <a:ext cx="4508500" cy="4191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16199"/>
              </a:lnSpc>
            </a:pPr>
            <a:r>
              <a:rPr lang="ko-KR" sz="2300" b="0" i="0" u="none" strike="noStrike">
                <a:solidFill>
                  <a:srgbClr val="000000"/>
                </a:solidFill>
                <a:ea typeface="Hakgyoansim Chulseokbu TTF B"/>
              </a:rPr>
              <a:t>핵심</a:t>
            </a:r>
            <a:r>
              <a:rPr lang="en-US" sz="2300" b="0" i="0" u="none" strike="noStrike">
                <a:solidFill>
                  <a:srgbClr val="000000"/>
                </a:solidFill>
                <a:latin typeface="Hakgyoansim Chulseokbu TTF B"/>
              </a:rPr>
              <a:t> </a:t>
            </a:r>
            <a:r>
              <a:rPr lang="ko-KR" sz="2300" b="0" i="0" u="none" strike="noStrike">
                <a:solidFill>
                  <a:srgbClr val="000000"/>
                </a:solidFill>
                <a:ea typeface="Hakgyoansim Chulseokbu TTF B"/>
              </a:rPr>
              <a:t>내용을</a:t>
            </a:r>
            <a:r>
              <a:rPr lang="en-US" sz="2300" b="0" i="0" u="none" strike="noStrike">
                <a:solidFill>
                  <a:srgbClr val="000000"/>
                </a:solidFill>
                <a:latin typeface="Hakgyoansim Chulseokbu TTF B"/>
              </a:rPr>
              <a:t> </a:t>
            </a:r>
            <a:r>
              <a:rPr lang="ko-KR" sz="2300" b="0" i="0" u="none" strike="noStrike">
                <a:solidFill>
                  <a:srgbClr val="000000"/>
                </a:solidFill>
                <a:ea typeface="Hakgyoansim Chulseokbu TTF B"/>
              </a:rPr>
              <a:t>입력해주세요</a:t>
            </a:r>
            <a:r>
              <a:rPr lang="en-US" sz="2300" b="0" i="0" u="none" strike="noStrike">
                <a:solidFill>
                  <a:srgbClr val="000000"/>
                </a:solidFill>
                <a:latin typeface="Hakgyoansim Chulseokbu TTF B"/>
              </a:rPr>
              <a:t>.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5595600" y="508000"/>
            <a:ext cx="2273300" cy="2540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r">
              <a:lnSpc>
                <a:spcPct val="124499"/>
              </a:lnSpc>
            </a:pPr>
            <a:r>
              <a:rPr lang="en-US" sz="1400" b="0" i="0" u="none" strike="noStrike" spc="100">
                <a:solidFill>
                  <a:srgbClr val="3B7DDD"/>
                </a:solidFill>
                <a:latin typeface="Pretendard SemiBold"/>
              </a:rPr>
              <a:t>MIRI COMPANY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419100" y="508000"/>
            <a:ext cx="2273300" cy="2540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24499"/>
              </a:lnSpc>
            </a:pPr>
            <a:r>
              <a:rPr lang="en-US" sz="1400" b="0" i="0" u="none" strike="noStrike" spc="100">
                <a:solidFill>
                  <a:srgbClr val="3B7DDD"/>
                </a:solidFill>
                <a:latin typeface="Pretendard SemiBold"/>
              </a:rPr>
              <a:t>PRESENTATION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8128000" y="1295400"/>
            <a:ext cx="2032000" cy="10668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en-US" altLang="ko-KR" sz="6000" b="0" i="0" u="none" strike="noStrike" dirty="0">
                <a:solidFill>
                  <a:srgbClr val="004AB6"/>
                </a:solidFill>
                <a:latin typeface="Pretendard SemiBold"/>
              </a:rPr>
              <a:t>01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4533900" y="2324100"/>
            <a:ext cx="9220200" cy="11938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ko-KR" altLang="en-US" sz="6700" b="0" i="0" u="none" strike="noStrike" dirty="0">
                <a:solidFill>
                  <a:srgbClr val="201A74"/>
                </a:solidFill>
                <a:ea typeface="Hakgyoansim Chulseokbu TTF B"/>
              </a:rPr>
              <a:t>데이터 확보 및 정의</a:t>
            </a:r>
            <a:endParaRPr lang="ko-KR" altLang="ko-KR" sz="6700" b="0" i="0" u="none" strike="noStrike" dirty="0">
              <a:solidFill>
                <a:srgbClr val="201A74"/>
              </a:solidFill>
              <a:ea typeface="Hakgyoansim Chulseokbu TTF B"/>
            </a:endParaRPr>
          </a:p>
        </p:txBody>
      </p:sp>
      <p:sp>
        <p:nvSpPr>
          <p:cNvPr id="36" name="TextBox 16">
            <a:extLst>
              <a:ext uri="{FF2B5EF4-FFF2-40B4-BE49-F238E27FC236}">
                <a16:creationId xmlns:a16="http://schemas.microsoft.com/office/drawing/2014/main" id="{256EDB14-1DE8-F80A-1047-68C538C6E08C}"/>
              </a:ext>
            </a:extLst>
          </p:cNvPr>
          <p:cNvSpPr txBox="1"/>
          <p:nvPr/>
        </p:nvSpPr>
        <p:spPr>
          <a:xfrm>
            <a:off x="10617200" y="4806950"/>
            <a:ext cx="1104900" cy="457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r>
              <a:rPr lang="en-US" sz="2600" b="0" i="0" u="none" strike="noStrike" dirty="0">
                <a:solidFill>
                  <a:srgbClr val="FFFFFF"/>
                </a:solidFill>
                <a:latin typeface="Pretendard Bold"/>
              </a:rPr>
              <a:t>00%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8343900" y="5791200"/>
            <a:ext cx="1041400" cy="4318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r>
              <a:rPr lang="en-US" sz="2400" b="0" i="0" u="none" strike="noStrike">
                <a:solidFill>
                  <a:srgbClr val="FFFFFF"/>
                </a:solidFill>
                <a:latin typeface="Pretendard Bold"/>
              </a:rPr>
              <a:t>00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4940300" y="5791200"/>
            <a:ext cx="1041400" cy="4318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r>
              <a:rPr lang="en-US" sz="2400" b="0" i="0" u="none" strike="noStrike">
                <a:solidFill>
                  <a:srgbClr val="FFFFFF"/>
                </a:solidFill>
                <a:latin typeface="Pretendard Bold"/>
              </a:rPr>
              <a:t>00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6692900" y="8610600"/>
            <a:ext cx="1041400" cy="4318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r>
              <a:rPr lang="en-US" sz="2400" b="0" i="0" u="none" strike="noStrike">
                <a:solidFill>
                  <a:srgbClr val="FFFFFF"/>
                </a:solidFill>
                <a:latin typeface="Pretendard Bold"/>
              </a:rPr>
              <a:t>00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F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alphaModFix amt="50000"/>
          </a:blip>
          <a:stretch>
            <a:fillRect/>
          </a:stretch>
        </p:blipFill>
        <p:spPr>
          <a:xfrm>
            <a:off x="-165100" y="-12700"/>
            <a:ext cx="4826000" cy="24130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65300" y="4216400"/>
            <a:ext cx="14770100" cy="3657600"/>
          </a:xfrm>
          <a:prstGeom prst="rect">
            <a:avLst/>
          </a:prstGeom>
        </p:spPr>
      </p:pic>
      <p:sp>
        <p:nvSpPr>
          <p:cNvPr id="4" name="TextBox 4"/>
          <p:cNvSpPr txBox="1"/>
          <p:nvPr/>
        </p:nvSpPr>
        <p:spPr>
          <a:xfrm>
            <a:off x="2286000" y="8305800"/>
            <a:ext cx="2908300" cy="7493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41100"/>
              </a:lnSpc>
            </a:pPr>
            <a:r>
              <a:rPr lang="en-US" sz="1900" b="0" i="0" u="none" strike="noStrike">
                <a:solidFill>
                  <a:srgbClr val="000000"/>
                </a:solidFill>
                <a:ea typeface="Pretendard Light"/>
              </a:rPr>
              <a:t>◦ </a:t>
            </a:r>
            <a:r>
              <a:rPr lang="ko-KR" sz="1900" b="0" i="0" u="none" strike="noStrike">
                <a:solidFill>
                  <a:srgbClr val="000000"/>
                </a:solidFill>
                <a:ea typeface="Pretendard Light"/>
              </a:rPr>
              <a:t>세부</a:t>
            </a:r>
            <a:r>
              <a:rPr lang="en-US" sz="1900" b="0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900" b="0" i="0" u="none" strike="noStrike">
                <a:solidFill>
                  <a:srgbClr val="000000"/>
                </a:solidFill>
                <a:ea typeface="Pretendard Light"/>
              </a:rPr>
              <a:t>내용을</a:t>
            </a:r>
            <a:r>
              <a:rPr lang="en-US" sz="1900" b="0" i="0" u="none" strike="noStrike">
                <a:solidFill>
                  <a:srgbClr val="000000"/>
                </a:solidFill>
                <a:latin typeface="Pretendard Light"/>
              </a:rPr>
              <a:t> </a:t>
            </a:r>
            <a:r>
              <a:rPr lang="ko-KR" sz="1900" b="0" i="0" u="none" strike="noStrike">
                <a:solidFill>
                  <a:srgbClr val="000000"/>
                </a:solidFill>
                <a:ea typeface="Pretendard Light"/>
              </a:rPr>
              <a:t>입력해주세요</a:t>
            </a:r>
            <a:r>
              <a:rPr lang="en-US" sz="1900" b="0" i="0" u="none" strike="noStrike">
                <a:solidFill>
                  <a:srgbClr val="000000"/>
                </a:solidFill>
                <a:latin typeface="Pretendard Light"/>
              </a:rPr>
              <a:t>.</a:t>
            </a:r>
          </a:p>
          <a:p>
            <a:pPr lvl="0" algn="ctr">
              <a:lnSpc>
                <a:spcPct val="141100"/>
              </a:lnSpc>
            </a:pPr>
            <a:r>
              <a:rPr lang="en-US" sz="1900" b="0" i="0" u="none" strike="noStrike">
                <a:solidFill>
                  <a:srgbClr val="000000"/>
                </a:solidFill>
                <a:ea typeface="Pretendard Light"/>
              </a:rPr>
              <a:t>◦ </a:t>
            </a:r>
            <a:r>
              <a:rPr lang="ko-KR" sz="1900" b="0" i="0" u="none" strike="noStrike">
                <a:solidFill>
                  <a:srgbClr val="000000"/>
                </a:solidFill>
                <a:ea typeface="Pretendard Light"/>
              </a:rPr>
              <a:t>세부</a:t>
            </a:r>
            <a:r>
              <a:rPr lang="en-US" sz="1900" b="0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900" b="0" i="0" u="none" strike="noStrike">
                <a:solidFill>
                  <a:srgbClr val="000000"/>
                </a:solidFill>
                <a:ea typeface="Pretendard Light"/>
              </a:rPr>
              <a:t>내용을</a:t>
            </a:r>
            <a:r>
              <a:rPr lang="en-US" sz="1900" b="0" i="0" u="none" strike="noStrike">
                <a:solidFill>
                  <a:srgbClr val="000000"/>
                </a:solidFill>
                <a:latin typeface="Pretendard Light"/>
              </a:rPr>
              <a:t> </a:t>
            </a:r>
            <a:r>
              <a:rPr lang="ko-KR" sz="1900" b="0" i="0" u="none" strike="noStrike">
                <a:solidFill>
                  <a:srgbClr val="000000"/>
                </a:solidFill>
                <a:ea typeface="Pretendard Light"/>
              </a:rPr>
              <a:t>입력해주세요</a:t>
            </a:r>
            <a:r>
              <a:rPr lang="en-US" sz="1900" b="0" i="0" u="none" strike="noStrike">
                <a:solidFill>
                  <a:srgbClr val="000000"/>
                </a:solidFill>
                <a:latin typeface="Pretendard Light"/>
              </a:rPr>
              <a:t>.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892800" y="8305800"/>
            <a:ext cx="2908300" cy="7493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41100"/>
              </a:lnSpc>
            </a:pPr>
            <a:r>
              <a:rPr lang="en-US" sz="1900" b="0" i="0" u="none" strike="noStrike">
                <a:solidFill>
                  <a:srgbClr val="000000"/>
                </a:solidFill>
                <a:ea typeface="Pretendard Light"/>
              </a:rPr>
              <a:t>◦ </a:t>
            </a:r>
            <a:r>
              <a:rPr lang="ko-KR" sz="1900" b="0" i="0" u="none" strike="noStrike">
                <a:solidFill>
                  <a:srgbClr val="000000"/>
                </a:solidFill>
                <a:ea typeface="Pretendard Light"/>
              </a:rPr>
              <a:t>세부</a:t>
            </a:r>
            <a:r>
              <a:rPr lang="en-US" sz="1900" b="0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900" b="0" i="0" u="none" strike="noStrike">
                <a:solidFill>
                  <a:srgbClr val="000000"/>
                </a:solidFill>
                <a:ea typeface="Pretendard Light"/>
              </a:rPr>
              <a:t>내용을</a:t>
            </a:r>
            <a:r>
              <a:rPr lang="en-US" sz="1900" b="0" i="0" u="none" strike="noStrike">
                <a:solidFill>
                  <a:srgbClr val="000000"/>
                </a:solidFill>
                <a:latin typeface="Pretendard Light"/>
              </a:rPr>
              <a:t> </a:t>
            </a:r>
            <a:r>
              <a:rPr lang="ko-KR" sz="1900" b="0" i="0" u="none" strike="noStrike">
                <a:solidFill>
                  <a:srgbClr val="000000"/>
                </a:solidFill>
                <a:ea typeface="Pretendard Light"/>
              </a:rPr>
              <a:t>입력해주세요</a:t>
            </a:r>
            <a:r>
              <a:rPr lang="en-US" sz="1900" b="0" i="0" u="none" strike="noStrike">
                <a:solidFill>
                  <a:srgbClr val="000000"/>
                </a:solidFill>
                <a:latin typeface="Pretendard Light"/>
              </a:rPr>
              <a:t>.</a:t>
            </a:r>
          </a:p>
          <a:p>
            <a:pPr lvl="0" algn="ctr">
              <a:lnSpc>
                <a:spcPct val="141100"/>
              </a:lnSpc>
            </a:pPr>
            <a:r>
              <a:rPr lang="en-US" sz="1900" b="0" i="0" u="none" strike="noStrike">
                <a:solidFill>
                  <a:srgbClr val="000000"/>
                </a:solidFill>
                <a:ea typeface="Pretendard Light"/>
              </a:rPr>
              <a:t>◦ </a:t>
            </a:r>
            <a:r>
              <a:rPr lang="ko-KR" sz="1900" b="0" i="0" u="none" strike="noStrike">
                <a:solidFill>
                  <a:srgbClr val="000000"/>
                </a:solidFill>
                <a:ea typeface="Pretendard Light"/>
              </a:rPr>
              <a:t>세부</a:t>
            </a:r>
            <a:r>
              <a:rPr lang="en-US" sz="1900" b="0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900" b="0" i="0" u="none" strike="noStrike">
                <a:solidFill>
                  <a:srgbClr val="000000"/>
                </a:solidFill>
                <a:ea typeface="Pretendard Light"/>
              </a:rPr>
              <a:t>내용을</a:t>
            </a:r>
            <a:r>
              <a:rPr lang="en-US" sz="1900" b="0" i="0" u="none" strike="noStrike">
                <a:solidFill>
                  <a:srgbClr val="000000"/>
                </a:solidFill>
                <a:latin typeface="Pretendard Light"/>
              </a:rPr>
              <a:t> </a:t>
            </a:r>
            <a:r>
              <a:rPr lang="ko-KR" sz="1900" b="0" i="0" u="none" strike="noStrike">
                <a:solidFill>
                  <a:srgbClr val="000000"/>
                </a:solidFill>
                <a:ea typeface="Pretendard Light"/>
              </a:rPr>
              <a:t>입력해주세요</a:t>
            </a:r>
            <a:r>
              <a:rPr lang="en-US" sz="1900" b="0" i="0" u="none" strike="noStrike">
                <a:solidFill>
                  <a:srgbClr val="000000"/>
                </a:solidFill>
                <a:latin typeface="Pretendard Light"/>
              </a:rPr>
              <a:t>.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9499600" y="8293100"/>
            <a:ext cx="2908300" cy="7493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41100"/>
              </a:lnSpc>
            </a:pPr>
            <a:r>
              <a:rPr lang="en-US" sz="1900" b="0" i="0" u="none" strike="noStrike">
                <a:solidFill>
                  <a:srgbClr val="000000"/>
                </a:solidFill>
                <a:ea typeface="Pretendard Light"/>
              </a:rPr>
              <a:t>◦ </a:t>
            </a:r>
            <a:r>
              <a:rPr lang="ko-KR" sz="1900" b="0" i="0" u="none" strike="noStrike">
                <a:solidFill>
                  <a:srgbClr val="000000"/>
                </a:solidFill>
                <a:ea typeface="Pretendard Light"/>
              </a:rPr>
              <a:t>세부</a:t>
            </a:r>
            <a:r>
              <a:rPr lang="en-US" sz="1900" b="0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900" b="0" i="0" u="none" strike="noStrike">
                <a:solidFill>
                  <a:srgbClr val="000000"/>
                </a:solidFill>
                <a:ea typeface="Pretendard Light"/>
              </a:rPr>
              <a:t>내용을</a:t>
            </a:r>
            <a:r>
              <a:rPr lang="en-US" sz="1900" b="0" i="0" u="none" strike="noStrike">
                <a:solidFill>
                  <a:srgbClr val="000000"/>
                </a:solidFill>
                <a:latin typeface="Pretendard Light"/>
              </a:rPr>
              <a:t> </a:t>
            </a:r>
            <a:r>
              <a:rPr lang="ko-KR" sz="1900" b="0" i="0" u="none" strike="noStrike">
                <a:solidFill>
                  <a:srgbClr val="000000"/>
                </a:solidFill>
                <a:ea typeface="Pretendard Light"/>
              </a:rPr>
              <a:t>입력해주세요</a:t>
            </a:r>
            <a:r>
              <a:rPr lang="en-US" sz="1900" b="0" i="0" u="none" strike="noStrike">
                <a:solidFill>
                  <a:srgbClr val="000000"/>
                </a:solidFill>
                <a:latin typeface="Pretendard Light"/>
              </a:rPr>
              <a:t>.</a:t>
            </a:r>
          </a:p>
          <a:p>
            <a:pPr lvl="0" algn="ctr">
              <a:lnSpc>
                <a:spcPct val="141100"/>
              </a:lnSpc>
            </a:pPr>
            <a:r>
              <a:rPr lang="en-US" sz="1900" b="0" i="0" u="none" strike="noStrike">
                <a:solidFill>
                  <a:srgbClr val="000000"/>
                </a:solidFill>
                <a:ea typeface="Pretendard Light"/>
              </a:rPr>
              <a:t>◦ </a:t>
            </a:r>
            <a:r>
              <a:rPr lang="ko-KR" sz="1900" b="0" i="0" u="none" strike="noStrike">
                <a:solidFill>
                  <a:srgbClr val="000000"/>
                </a:solidFill>
                <a:ea typeface="Pretendard Light"/>
              </a:rPr>
              <a:t>세부</a:t>
            </a:r>
            <a:r>
              <a:rPr lang="en-US" sz="1900" b="0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900" b="0" i="0" u="none" strike="noStrike">
                <a:solidFill>
                  <a:srgbClr val="000000"/>
                </a:solidFill>
                <a:ea typeface="Pretendard Light"/>
              </a:rPr>
              <a:t>내용을</a:t>
            </a:r>
            <a:r>
              <a:rPr lang="en-US" sz="1900" b="0" i="0" u="none" strike="noStrike">
                <a:solidFill>
                  <a:srgbClr val="000000"/>
                </a:solidFill>
                <a:latin typeface="Pretendard Light"/>
              </a:rPr>
              <a:t> </a:t>
            </a:r>
            <a:r>
              <a:rPr lang="ko-KR" sz="1900" b="0" i="0" u="none" strike="noStrike">
                <a:solidFill>
                  <a:srgbClr val="000000"/>
                </a:solidFill>
                <a:ea typeface="Pretendard Light"/>
              </a:rPr>
              <a:t>입력해주세요</a:t>
            </a:r>
            <a:r>
              <a:rPr lang="en-US" sz="1900" b="0" i="0" u="none" strike="noStrike">
                <a:solidFill>
                  <a:srgbClr val="000000"/>
                </a:solidFill>
                <a:latin typeface="Pretendard Light"/>
              </a:rPr>
              <a:t>.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3106400" y="8305800"/>
            <a:ext cx="2908300" cy="7493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41100"/>
              </a:lnSpc>
            </a:pPr>
            <a:r>
              <a:rPr lang="en-US" sz="1900" b="0" i="0" u="none" strike="noStrike">
                <a:solidFill>
                  <a:srgbClr val="000000"/>
                </a:solidFill>
                <a:ea typeface="Pretendard Light"/>
              </a:rPr>
              <a:t>◦ </a:t>
            </a:r>
            <a:r>
              <a:rPr lang="ko-KR" sz="1900" b="0" i="0" u="none" strike="noStrike">
                <a:solidFill>
                  <a:srgbClr val="000000"/>
                </a:solidFill>
                <a:ea typeface="Pretendard Light"/>
              </a:rPr>
              <a:t>세부</a:t>
            </a:r>
            <a:r>
              <a:rPr lang="en-US" sz="1900" b="0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900" b="0" i="0" u="none" strike="noStrike">
                <a:solidFill>
                  <a:srgbClr val="000000"/>
                </a:solidFill>
                <a:ea typeface="Pretendard Light"/>
              </a:rPr>
              <a:t>내용을</a:t>
            </a:r>
            <a:r>
              <a:rPr lang="en-US" sz="1900" b="0" i="0" u="none" strike="noStrike">
                <a:solidFill>
                  <a:srgbClr val="000000"/>
                </a:solidFill>
                <a:latin typeface="Pretendard Light"/>
              </a:rPr>
              <a:t> </a:t>
            </a:r>
            <a:r>
              <a:rPr lang="ko-KR" sz="1900" b="0" i="0" u="none" strike="noStrike">
                <a:solidFill>
                  <a:srgbClr val="000000"/>
                </a:solidFill>
                <a:ea typeface="Pretendard Light"/>
              </a:rPr>
              <a:t>입력해주세요</a:t>
            </a:r>
            <a:r>
              <a:rPr lang="en-US" sz="1900" b="0" i="0" u="none" strike="noStrike">
                <a:solidFill>
                  <a:srgbClr val="000000"/>
                </a:solidFill>
                <a:latin typeface="Pretendard Light"/>
              </a:rPr>
              <a:t>.</a:t>
            </a:r>
          </a:p>
          <a:p>
            <a:pPr lvl="0" algn="ctr">
              <a:lnSpc>
                <a:spcPct val="141100"/>
              </a:lnSpc>
            </a:pPr>
            <a:r>
              <a:rPr lang="en-US" sz="1900" b="0" i="0" u="none" strike="noStrike">
                <a:solidFill>
                  <a:srgbClr val="000000"/>
                </a:solidFill>
                <a:ea typeface="Pretendard Light"/>
              </a:rPr>
              <a:t>◦ </a:t>
            </a:r>
            <a:r>
              <a:rPr lang="ko-KR" sz="1900" b="0" i="0" u="none" strike="noStrike">
                <a:solidFill>
                  <a:srgbClr val="000000"/>
                </a:solidFill>
                <a:ea typeface="Pretendard Light"/>
              </a:rPr>
              <a:t>세부</a:t>
            </a:r>
            <a:r>
              <a:rPr lang="en-US" sz="1900" b="0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900" b="0" i="0" u="none" strike="noStrike">
                <a:solidFill>
                  <a:srgbClr val="000000"/>
                </a:solidFill>
                <a:ea typeface="Pretendard Light"/>
              </a:rPr>
              <a:t>내용을</a:t>
            </a:r>
            <a:r>
              <a:rPr lang="en-US" sz="1900" b="0" i="0" u="none" strike="noStrike">
                <a:solidFill>
                  <a:srgbClr val="000000"/>
                </a:solidFill>
                <a:latin typeface="Pretendard Light"/>
              </a:rPr>
              <a:t> </a:t>
            </a:r>
            <a:r>
              <a:rPr lang="ko-KR" sz="1900" b="0" i="0" u="none" strike="noStrike">
                <a:solidFill>
                  <a:srgbClr val="000000"/>
                </a:solidFill>
                <a:ea typeface="Pretendard Light"/>
              </a:rPr>
              <a:t>입력해주세요</a:t>
            </a:r>
            <a:r>
              <a:rPr lang="en-US" sz="1900" b="0" i="0" u="none" strike="noStrike">
                <a:solidFill>
                  <a:srgbClr val="000000"/>
                </a:solidFill>
                <a:latin typeface="Pretendard Light"/>
              </a:rPr>
              <a:t>.</a:t>
            </a:r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9055100" y="-9055100"/>
            <a:ext cx="241300" cy="183388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74300" y="5067300"/>
            <a:ext cx="1333500" cy="13335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73400" y="5067300"/>
            <a:ext cx="1333500" cy="13335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881100" y="5067300"/>
            <a:ext cx="1333500" cy="13335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80200" y="5067300"/>
            <a:ext cx="1333500" cy="1333500"/>
          </a:xfrm>
          <a:prstGeom prst="rect">
            <a:avLst/>
          </a:prstGeom>
        </p:spPr>
      </p:pic>
      <p:sp>
        <p:nvSpPr>
          <p:cNvPr id="13" name="TextBox 13"/>
          <p:cNvSpPr txBox="1"/>
          <p:nvPr/>
        </p:nvSpPr>
        <p:spPr>
          <a:xfrm>
            <a:off x="15595600" y="508000"/>
            <a:ext cx="2273300" cy="2540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r">
              <a:lnSpc>
                <a:spcPct val="124499"/>
              </a:lnSpc>
            </a:pPr>
            <a:r>
              <a:rPr lang="en-US" sz="1400" b="0" i="0" u="none" strike="noStrike" spc="100">
                <a:solidFill>
                  <a:srgbClr val="3B7DDD"/>
                </a:solidFill>
                <a:latin typeface="Pretendard SemiBold"/>
              </a:rPr>
              <a:t>MIRI COMPANY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419100" y="508000"/>
            <a:ext cx="2273300" cy="2540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24499"/>
              </a:lnSpc>
            </a:pPr>
            <a:r>
              <a:rPr lang="en-US" sz="1400" b="0" i="0" u="none" strike="noStrike" spc="100">
                <a:solidFill>
                  <a:srgbClr val="3B7DDD"/>
                </a:solidFill>
                <a:latin typeface="Pretendard SemiBold"/>
              </a:rPr>
              <a:t>PRESENTATION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2743200" y="6489700"/>
            <a:ext cx="1981200" cy="4318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r>
              <a:rPr lang="ko-KR" altLang="en-US" sz="3200" b="0" i="0" u="none" strike="noStrike" dirty="0">
                <a:solidFill>
                  <a:srgbClr val="FFFFFF"/>
                </a:solidFill>
                <a:ea typeface="Hakgyoansim Chulseokbu TTF B"/>
              </a:rPr>
              <a:t>다운로드</a:t>
            </a:r>
            <a:endParaRPr lang="ko-KR" sz="3200" b="0" i="0" u="none" strike="noStrike" dirty="0">
              <a:solidFill>
                <a:srgbClr val="FFFFFF"/>
              </a:solidFill>
              <a:ea typeface="Hakgyoansim Chulseokbu TTF B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6350000" y="6502400"/>
            <a:ext cx="1981200" cy="4318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r>
              <a:rPr lang="ko-KR" altLang="en-US" sz="3200" b="0" i="0" u="none" strike="noStrike" dirty="0">
                <a:solidFill>
                  <a:srgbClr val="FFFFFF"/>
                </a:solidFill>
                <a:ea typeface="Hakgyoansim Chulseokbu TTF B"/>
              </a:rPr>
              <a:t>샘플 점검</a:t>
            </a:r>
            <a:endParaRPr lang="ko-KR" sz="3200" b="0" i="0" u="none" strike="noStrike" dirty="0">
              <a:solidFill>
                <a:srgbClr val="FFFFFF"/>
              </a:solidFill>
              <a:ea typeface="Hakgyoansim Chulseokbu TTF B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9753600" y="6502400"/>
            <a:ext cx="2514600" cy="4318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r>
              <a:rPr lang="ko-KR" altLang="en-US" sz="3200" dirty="0">
                <a:solidFill>
                  <a:srgbClr val="FFFFFF"/>
                </a:solidFill>
                <a:ea typeface="Hakgyoansim Chulseokbu TTF B"/>
              </a:rPr>
              <a:t>활용 가능성</a:t>
            </a:r>
            <a:endParaRPr lang="en-US" altLang="ko-KR" sz="3200" dirty="0">
              <a:solidFill>
                <a:srgbClr val="FFFFFF"/>
              </a:solidFill>
              <a:ea typeface="Hakgyoansim Chulseokbu TTF B"/>
            </a:endParaRPr>
          </a:p>
          <a:p>
            <a:pPr lvl="0" algn="ctr">
              <a:lnSpc>
                <a:spcPct val="116199"/>
              </a:lnSpc>
            </a:pPr>
            <a:r>
              <a:rPr lang="ko-KR" altLang="en-US" sz="3200" b="0" i="0" u="none" strike="noStrike" dirty="0">
                <a:solidFill>
                  <a:srgbClr val="FFFFFF"/>
                </a:solidFill>
                <a:ea typeface="Hakgyoansim Chulseokbu TTF B"/>
              </a:rPr>
              <a:t>확인</a:t>
            </a:r>
            <a:endParaRPr lang="ko-KR" sz="3200" b="0" i="0" u="none" strike="noStrike" dirty="0">
              <a:solidFill>
                <a:srgbClr val="FFFFFF"/>
              </a:solidFill>
              <a:ea typeface="Hakgyoansim Chulseokbu TTF B"/>
            </a:endParaRPr>
          </a:p>
        </p:txBody>
      </p:sp>
      <p:sp>
        <p:nvSpPr>
          <p:cNvPr id="18" name="TextBox 18"/>
          <p:cNvSpPr txBox="1"/>
          <p:nvPr/>
        </p:nvSpPr>
        <p:spPr>
          <a:xfrm>
            <a:off x="13563600" y="6502400"/>
            <a:ext cx="1981200" cy="4318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r>
              <a:rPr lang="ko-KR" altLang="en-US" sz="3200" b="0" i="0" u="none" strike="noStrike" dirty="0">
                <a:solidFill>
                  <a:srgbClr val="FFFFFF"/>
                </a:solidFill>
                <a:ea typeface="Hakgyoansim Chulseokbu TTF B"/>
              </a:rPr>
              <a:t>오류 점검</a:t>
            </a:r>
            <a:endParaRPr lang="ko-KR" sz="3200" b="0" i="0" u="none" strike="noStrike" dirty="0">
              <a:solidFill>
                <a:srgbClr val="FFFFFF"/>
              </a:solidFill>
              <a:ea typeface="Hakgyoansim Chulseokbu TTF B"/>
            </a:endParaRPr>
          </a:p>
        </p:txBody>
      </p:sp>
      <p:pic>
        <p:nvPicPr>
          <p:cNvPr id="19" name="Picture 19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308600" y="5854700"/>
            <a:ext cx="457200" cy="88900"/>
          </a:xfrm>
          <a:prstGeom prst="rect">
            <a:avLst/>
          </a:prstGeom>
        </p:spPr>
      </p:pic>
      <p:pic>
        <p:nvPicPr>
          <p:cNvPr id="20" name="Picture 20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915400" y="5854700"/>
            <a:ext cx="457200" cy="88900"/>
          </a:xfrm>
          <a:prstGeom prst="rect">
            <a:avLst/>
          </a:prstGeom>
        </p:spPr>
      </p:pic>
      <p:pic>
        <p:nvPicPr>
          <p:cNvPr id="21" name="Picture 21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2522200" y="5854700"/>
            <a:ext cx="457200" cy="88900"/>
          </a:xfrm>
          <a:prstGeom prst="rect">
            <a:avLst/>
          </a:prstGeom>
        </p:spPr>
      </p:pic>
      <p:pic>
        <p:nvPicPr>
          <p:cNvPr id="22" name="Picture 22"/>
          <p:cNvPicPr>
            <a:picLocks noChangeAspect="1"/>
          </p:cNvPicPr>
          <p:nvPr/>
        </p:nvPicPr>
        <p:blipFill>
          <a:blip r:embed="rId10">
            <a:alphaModFix amt="30000"/>
          </a:blip>
          <a:stretch>
            <a:fillRect/>
          </a:stretch>
        </p:blipFill>
        <p:spPr>
          <a:xfrm>
            <a:off x="16535400" y="4216400"/>
            <a:ext cx="838200" cy="838200"/>
          </a:xfrm>
          <a:prstGeom prst="rect">
            <a:avLst/>
          </a:prstGeom>
        </p:spPr>
      </p:pic>
      <p:pic>
        <p:nvPicPr>
          <p:cNvPr id="23" name="Picture 23"/>
          <p:cNvPicPr>
            <a:picLocks noChangeAspect="1"/>
          </p:cNvPicPr>
          <p:nvPr/>
        </p:nvPicPr>
        <p:blipFill>
          <a:blip r:embed="rId11">
            <a:alphaModFix amt="65000"/>
          </a:blip>
          <a:stretch>
            <a:fillRect/>
          </a:stretch>
        </p:blipFill>
        <p:spPr>
          <a:xfrm>
            <a:off x="16967200" y="3390900"/>
            <a:ext cx="393700" cy="393700"/>
          </a:xfrm>
          <a:prstGeom prst="rect">
            <a:avLst/>
          </a:prstGeom>
        </p:spPr>
      </p:pic>
      <p:sp>
        <p:nvSpPr>
          <p:cNvPr id="24" name="TextBox 24"/>
          <p:cNvSpPr txBox="1"/>
          <p:nvPr/>
        </p:nvSpPr>
        <p:spPr>
          <a:xfrm>
            <a:off x="7480300" y="1282700"/>
            <a:ext cx="3327400" cy="10668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en-US" sz="6000" b="0" i="0" u="none" strike="noStrike" dirty="0">
                <a:solidFill>
                  <a:srgbClr val="004AB6"/>
                </a:solidFill>
                <a:latin typeface="Pretendard SemiBold"/>
              </a:rPr>
              <a:t>02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3162300" y="2387600"/>
            <a:ext cx="11976100" cy="11938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ko-KR" altLang="en-US" sz="6700" b="0" i="0" u="none" strike="noStrike" dirty="0">
                <a:solidFill>
                  <a:srgbClr val="201A74"/>
                </a:solidFill>
                <a:ea typeface="Hakgyoansim Chulseokbu TTF B"/>
              </a:rPr>
              <a:t>데이터 수집 절차</a:t>
            </a:r>
            <a:endParaRPr lang="ko-KR" sz="6700" b="0" i="0" u="none" strike="noStrike" dirty="0">
              <a:solidFill>
                <a:srgbClr val="201A74"/>
              </a:solidFill>
              <a:ea typeface="Hakgyoansim Chulseokbu TTF B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FE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3BD5977-D69B-6476-259B-CE0276E176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52739DCE-B91E-E463-FAF0-E756E48AEA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9055100" y="-9055100"/>
            <a:ext cx="241300" cy="18338800"/>
          </a:xfrm>
          <a:prstGeom prst="rect">
            <a:avLst/>
          </a:prstGeom>
        </p:spPr>
      </p:pic>
      <p:pic>
        <p:nvPicPr>
          <p:cNvPr id="3" name="Picture 3">
            <a:extLst>
              <a:ext uri="{FF2B5EF4-FFF2-40B4-BE49-F238E27FC236}">
                <a16:creationId xmlns:a16="http://schemas.microsoft.com/office/drawing/2014/main" id="{DBD47865-6E1F-5CFB-8403-B55331F38C1F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70000"/>
          </a:blip>
          <a:stretch>
            <a:fillRect/>
          </a:stretch>
        </p:blipFill>
        <p:spPr>
          <a:xfrm>
            <a:off x="838200" y="6489700"/>
            <a:ext cx="2705100" cy="2705100"/>
          </a:xfrm>
          <a:prstGeom prst="rect">
            <a:avLst/>
          </a:prstGeom>
        </p:spPr>
      </p:pic>
      <p:pic>
        <p:nvPicPr>
          <p:cNvPr id="4" name="Picture 4">
            <a:extLst>
              <a:ext uri="{FF2B5EF4-FFF2-40B4-BE49-F238E27FC236}">
                <a16:creationId xmlns:a16="http://schemas.microsoft.com/office/drawing/2014/main" id="{86A6B1C9-2998-3225-E060-163567CFC84B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30000"/>
          </a:blip>
          <a:stretch>
            <a:fillRect/>
          </a:stretch>
        </p:blipFill>
        <p:spPr>
          <a:xfrm>
            <a:off x="558800" y="5918200"/>
            <a:ext cx="571500" cy="571500"/>
          </a:xfrm>
          <a:prstGeom prst="rect">
            <a:avLst/>
          </a:prstGeom>
        </p:spPr>
      </p:pic>
      <p:pic>
        <p:nvPicPr>
          <p:cNvPr id="5" name="Picture 5">
            <a:extLst>
              <a:ext uri="{FF2B5EF4-FFF2-40B4-BE49-F238E27FC236}">
                <a16:creationId xmlns:a16="http://schemas.microsoft.com/office/drawing/2014/main" id="{DC1DB793-85B1-DF89-FFD4-1622E174CFF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462500" y="5626100"/>
            <a:ext cx="609600" cy="609600"/>
          </a:xfrm>
          <a:prstGeom prst="rect">
            <a:avLst/>
          </a:prstGeom>
        </p:spPr>
      </p:pic>
      <p:pic>
        <p:nvPicPr>
          <p:cNvPr id="6" name="Picture 6">
            <a:extLst>
              <a:ext uri="{FF2B5EF4-FFF2-40B4-BE49-F238E27FC236}">
                <a16:creationId xmlns:a16="http://schemas.microsoft.com/office/drawing/2014/main" id="{A34194B4-E4FA-74FE-28CC-E6715F9CE47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540000" y="4330700"/>
            <a:ext cx="13271500" cy="4978400"/>
          </a:xfrm>
          <a:prstGeom prst="rect">
            <a:avLst/>
          </a:prstGeom>
        </p:spPr>
      </p:pic>
      <p:pic>
        <p:nvPicPr>
          <p:cNvPr id="7" name="Picture 7">
            <a:extLst>
              <a:ext uri="{FF2B5EF4-FFF2-40B4-BE49-F238E27FC236}">
                <a16:creationId xmlns:a16="http://schemas.microsoft.com/office/drawing/2014/main" id="{7A7AEF09-0CB7-2EC7-E561-522DE1FF7CC2}"/>
              </a:ext>
            </a:extLst>
          </p:cNvPr>
          <p:cNvPicPr>
            <a:picLocks noChangeAspect="1"/>
          </p:cNvPicPr>
          <p:nvPr/>
        </p:nvPicPr>
        <p:blipFill>
          <a:blip r:embed="rId7">
            <a:alphaModFix amt="50000"/>
          </a:blip>
          <a:stretch>
            <a:fillRect/>
          </a:stretch>
        </p:blipFill>
        <p:spPr>
          <a:xfrm rot="5400000">
            <a:off x="14770100" y="6616700"/>
            <a:ext cx="3454400" cy="1473200"/>
          </a:xfrm>
          <a:prstGeom prst="rect">
            <a:avLst/>
          </a:prstGeom>
        </p:spPr>
      </p:pic>
      <p:pic>
        <p:nvPicPr>
          <p:cNvPr id="8" name="Picture 8">
            <a:extLst>
              <a:ext uri="{FF2B5EF4-FFF2-40B4-BE49-F238E27FC236}">
                <a16:creationId xmlns:a16="http://schemas.microsoft.com/office/drawing/2014/main" id="{3C359AFA-285D-B87F-4D84-2876135E416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07400" y="5181600"/>
            <a:ext cx="1524000" cy="1524000"/>
          </a:xfrm>
          <a:prstGeom prst="rect">
            <a:avLst/>
          </a:prstGeom>
        </p:spPr>
      </p:pic>
      <p:pic>
        <p:nvPicPr>
          <p:cNvPr id="9" name="Picture 9">
            <a:extLst>
              <a:ext uri="{FF2B5EF4-FFF2-40B4-BE49-F238E27FC236}">
                <a16:creationId xmlns:a16="http://schemas.microsoft.com/office/drawing/2014/main" id="{4E1A6D49-8054-6497-34F0-865CB2333F1C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2598400" y="5181600"/>
            <a:ext cx="1524000" cy="1524000"/>
          </a:xfrm>
          <a:prstGeom prst="rect">
            <a:avLst/>
          </a:prstGeom>
        </p:spPr>
      </p:pic>
      <p:pic>
        <p:nvPicPr>
          <p:cNvPr id="10" name="Picture 10">
            <a:extLst>
              <a:ext uri="{FF2B5EF4-FFF2-40B4-BE49-F238E27FC236}">
                <a16:creationId xmlns:a16="http://schemas.microsoft.com/office/drawing/2014/main" id="{B7038687-8626-CAE9-B4D5-17E0D564079C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267200" y="5181600"/>
            <a:ext cx="1524000" cy="1524000"/>
          </a:xfrm>
          <a:prstGeom prst="rect">
            <a:avLst/>
          </a:prstGeom>
        </p:spPr>
      </p:pic>
      <p:pic>
        <p:nvPicPr>
          <p:cNvPr id="11" name="Picture 11">
            <a:extLst>
              <a:ext uri="{FF2B5EF4-FFF2-40B4-BE49-F238E27FC236}">
                <a16:creationId xmlns:a16="http://schemas.microsoft.com/office/drawing/2014/main" id="{CCE49CEC-A6FA-CB01-F99A-4A4957C77A8C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314700" y="7493000"/>
            <a:ext cx="3429000" cy="25400"/>
          </a:xfrm>
          <a:prstGeom prst="rect">
            <a:avLst/>
          </a:prstGeom>
        </p:spPr>
      </p:pic>
      <p:pic>
        <p:nvPicPr>
          <p:cNvPr id="12" name="Picture 12">
            <a:extLst>
              <a:ext uri="{FF2B5EF4-FFF2-40B4-BE49-F238E27FC236}">
                <a16:creationId xmlns:a16="http://schemas.microsoft.com/office/drawing/2014/main" id="{7C752A70-AC62-4E63-56AC-CA52404E88E8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454900" y="7493000"/>
            <a:ext cx="3429000" cy="25400"/>
          </a:xfrm>
          <a:prstGeom prst="rect">
            <a:avLst/>
          </a:prstGeom>
        </p:spPr>
      </p:pic>
      <p:pic>
        <p:nvPicPr>
          <p:cNvPr id="13" name="Picture 13">
            <a:extLst>
              <a:ext uri="{FF2B5EF4-FFF2-40B4-BE49-F238E27FC236}">
                <a16:creationId xmlns:a16="http://schemas.microsoft.com/office/drawing/2014/main" id="{E6C767DE-5DBF-FCAE-364A-6B7B617EBB2D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1645900" y="7493000"/>
            <a:ext cx="3429000" cy="25400"/>
          </a:xfrm>
          <a:prstGeom prst="rect">
            <a:avLst/>
          </a:prstGeom>
        </p:spPr>
      </p:pic>
      <p:sp>
        <p:nvSpPr>
          <p:cNvPr id="14" name="TextBox 14">
            <a:extLst>
              <a:ext uri="{FF2B5EF4-FFF2-40B4-BE49-F238E27FC236}">
                <a16:creationId xmlns:a16="http://schemas.microsoft.com/office/drawing/2014/main" id="{4349D558-50E7-8682-11ED-2C37851C4E62}"/>
              </a:ext>
            </a:extLst>
          </p:cNvPr>
          <p:cNvSpPr txBox="1"/>
          <p:nvPr/>
        </p:nvSpPr>
        <p:spPr>
          <a:xfrm>
            <a:off x="3746500" y="6781800"/>
            <a:ext cx="2565400" cy="4445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r>
              <a:rPr lang="ko-KR" sz="2500" b="0" i="0" u="none" strike="noStrike">
                <a:solidFill>
                  <a:srgbClr val="000000"/>
                </a:solidFill>
                <a:ea typeface="Hakgyoansim Chulseokbu TTF B"/>
              </a:rPr>
              <a:t>첫번째</a:t>
            </a:r>
            <a:r>
              <a:rPr lang="en-US" sz="2500" b="0" i="0" u="none" strike="noStrike">
                <a:solidFill>
                  <a:srgbClr val="000000"/>
                </a:solidFill>
                <a:latin typeface="Hakgyoansim Chulseokbu TTF B"/>
              </a:rPr>
              <a:t> </a:t>
            </a:r>
            <a:r>
              <a:rPr lang="ko-KR" sz="2500" b="0" i="0" u="none" strike="noStrike">
                <a:solidFill>
                  <a:srgbClr val="000000"/>
                </a:solidFill>
                <a:ea typeface="Hakgyoansim Chulseokbu TTF B"/>
              </a:rPr>
              <a:t>키워드</a:t>
            </a:r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22FB8EB7-6099-2B6A-9580-B210C94C4E35}"/>
              </a:ext>
            </a:extLst>
          </p:cNvPr>
          <p:cNvSpPr txBox="1"/>
          <p:nvPr/>
        </p:nvSpPr>
        <p:spPr>
          <a:xfrm>
            <a:off x="7886700" y="6781800"/>
            <a:ext cx="2565400" cy="4445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r>
              <a:rPr lang="ko-KR" sz="2500" b="0" i="0" u="none" strike="noStrike">
                <a:solidFill>
                  <a:srgbClr val="FFFFFF"/>
                </a:solidFill>
                <a:ea typeface="Hakgyoansim Chulseokbu TTF B"/>
              </a:rPr>
              <a:t>두번째</a:t>
            </a:r>
            <a:r>
              <a:rPr lang="en-US" sz="2500" b="0" i="0" u="none" strike="noStrike">
                <a:solidFill>
                  <a:srgbClr val="FFFFFF"/>
                </a:solidFill>
                <a:latin typeface="Hakgyoansim Chulseokbu TTF B"/>
              </a:rPr>
              <a:t> </a:t>
            </a:r>
            <a:r>
              <a:rPr lang="ko-KR" sz="2500" b="0" i="0" u="none" strike="noStrike">
                <a:solidFill>
                  <a:srgbClr val="FFFFFF"/>
                </a:solidFill>
                <a:ea typeface="Hakgyoansim Chulseokbu TTF B"/>
              </a:rPr>
              <a:t>키워드</a:t>
            </a:r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7581A237-51EB-B3EC-F354-70604124B956}"/>
              </a:ext>
            </a:extLst>
          </p:cNvPr>
          <p:cNvSpPr txBox="1"/>
          <p:nvPr/>
        </p:nvSpPr>
        <p:spPr>
          <a:xfrm>
            <a:off x="12077700" y="6781800"/>
            <a:ext cx="2565400" cy="4445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r>
              <a:rPr lang="ko-KR" sz="2500" b="0" i="0" u="none" strike="noStrike">
                <a:solidFill>
                  <a:srgbClr val="FFFFFF"/>
                </a:solidFill>
                <a:ea typeface="Hakgyoansim Chulseokbu TTF B"/>
              </a:rPr>
              <a:t>세번째</a:t>
            </a:r>
            <a:r>
              <a:rPr lang="en-US" sz="2500" b="0" i="0" u="none" strike="noStrike">
                <a:solidFill>
                  <a:srgbClr val="FFFFFF"/>
                </a:solidFill>
                <a:latin typeface="Hakgyoansim Chulseokbu TTF B"/>
              </a:rPr>
              <a:t> </a:t>
            </a:r>
            <a:r>
              <a:rPr lang="ko-KR" sz="2500" b="0" i="0" u="none" strike="noStrike">
                <a:solidFill>
                  <a:srgbClr val="FFFFFF"/>
                </a:solidFill>
                <a:ea typeface="Hakgyoansim Chulseokbu TTF B"/>
              </a:rPr>
              <a:t>키워드</a:t>
            </a:r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7AEA64AE-42F5-8AD1-198F-8BC93B317986}"/>
              </a:ext>
            </a:extLst>
          </p:cNvPr>
          <p:cNvSpPr txBox="1"/>
          <p:nvPr/>
        </p:nvSpPr>
        <p:spPr>
          <a:xfrm>
            <a:off x="3530600" y="7823200"/>
            <a:ext cx="2984500" cy="711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24499"/>
              </a:lnSpc>
            </a:pPr>
            <a:r>
              <a:rPr lang="en-US" sz="1900" b="0" i="0" u="none" strike="noStrike">
                <a:solidFill>
                  <a:srgbClr val="525252"/>
                </a:solidFill>
                <a:ea typeface="Pretendard Light"/>
              </a:rPr>
              <a:t>◦ </a:t>
            </a:r>
            <a:r>
              <a:rPr lang="ko-KR" sz="1900" b="0" i="0" u="none" strike="noStrike">
                <a:solidFill>
                  <a:srgbClr val="525252"/>
                </a:solidFill>
                <a:ea typeface="Pretendard Light"/>
              </a:rPr>
              <a:t>세부</a:t>
            </a:r>
            <a:r>
              <a:rPr lang="en-US" sz="1900" b="0" i="0" u="none" strike="noStrike">
                <a:solidFill>
                  <a:srgbClr val="525252"/>
                </a:solidFill>
                <a:latin typeface="Pretendard Light"/>
              </a:rPr>
              <a:t> </a:t>
            </a:r>
            <a:r>
              <a:rPr lang="ko-KR" sz="1900" b="0" i="0" u="none" strike="noStrike">
                <a:solidFill>
                  <a:srgbClr val="525252"/>
                </a:solidFill>
                <a:ea typeface="Pretendard Light"/>
              </a:rPr>
              <a:t>내용을</a:t>
            </a:r>
            <a:r>
              <a:rPr lang="en-US" sz="1900" b="0" i="0" u="none" strike="noStrike">
                <a:solidFill>
                  <a:srgbClr val="525252"/>
                </a:solidFill>
                <a:latin typeface="Pretendard Light"/>
              </a:rPr>
              <a:t> </a:t>
            </a:r>
            <a:r>
              <a:rPr lang="ko-KR" sz="1900" b="0" i="0" u="none" strike="noStrike">
                <a:solidFill>
                  <a:srgbClr val="525252"/>
                </a:solidFill>
                <a:ea typeface="Pretendard Light"/>
              </a:rPr>
              <a:t>입력해주세요</a:t>
            </a:r>
            <a:r>
              <a:rPr lang="en-US" sz="1900" b="0" i="0" u="none" strike="noStrike">
                <a:solidFill>
                  <a:srgbClr val="525252"/>
                </a:solidFill>
                <a:latin typeface="Pretendard Light"/>
              </a:rPr>
              <a:t>.</a:t>
            </a:r>
          </a:p>
          <a:p>
            <a:pPr lvl="0" algn="ctr">
              <a:lnSpc>
                <a:spcPct val="124499"/>
              </a:lnSpc>
            </a:pPr>
            <a:r>
              <a:rPr lang="en-US" sz="1900" b="0" i="0" u="none" strike="noStrike">
                <a:solidFill>
                  <a:srgbClr val="525252"/>
                </a:solidFill>
                <a:ea typeface="Pretendard Light"/>
              </a:rPr>
              <a:t>◦ </a:t>
            </a:r>
            <a:r>
              <a:rPr lang="ko-KR" sz="1900" b="0" i="0" u="none" strike="noStrike">
                <a:solidFill>
                  <a:srgbClr val="525252"/>
                </a:solidFill>
                <a:ea typeface="Pretendard Light"/>
              </a:rPr>
              <a:t>세부</a:t>
            </a:r>
            <a:r>
              <a:rPr lang="en-US" sz="1900" b="0" i="0" u="none" strike="noStrike">
                <a:solidFill>
                  <a:srgbClr val="525252"/>
                </a:solidFill>
                <a:latin typeface="Pretendard Light"/>
              </a:rPr>
              <a:t> </a:t>
            </a:r>
            <a:r>
              <a:rPr lang="ko-KR" sz="1900" b="0" i="0" u="none" strike="noStrike">
                <a:solidFill>
                  <a:srgbClr val="525252"/>
                </a:solidFill>
                <a:ea typeface="Pretendard Light"/>
              </a:rPr>
              <a:t>내용을</a:t>
            </a:r>
            <a:r>
              <a:rPr lang="en-US" sz="1900" b="0" i="0" u="none" strike="noStrike">
                <a:solidFill>
                  <a:srgbClr val="525252"/>
                </a:solidFill>
                <a:latin typeface="Pretendard Light"/>
              </a:rPr>
              <a:t> </a:t>
            </a:r>
            <a:r>
              <a:rPr lang="ko-KR" sz="1900" b="0" i="0" u="none" strike="noStrike">
                <a:solidFill>
                  <a:srgbClr val="525252"/>
                </a:solidFill>
                <a:ea typeface="Pretendard Light"/>
              </a:rPr>
              <a:t>입력해주세요</a:t>
            </a:r>
            <a:r>
              <a:rPr lang="en-US" sz="1900" b="0" i="0" u="none" strike="noStrike">
                <a:solidFill>
                  <a:srgbClr val="525252"/>
                </a:solidFill>
                <a:latin typeface="Pretendard Light"/>
              </a:rPr>
              <a:t>.</a:t>
            </a:r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827D9B2B-4CDC-0670-6B78-069E104AC419}"/>
              </a:ext>
            </a:extLst>
          </p:cNvPr>
          <p:cNvSpPr txBox="1"/>
          <p:nvPr/>
        </p:nvSpPr>
        <p:spPr>
          <a:xfrm>
            <a:off x="7670800" y="7823200"/>
            <a:ext cx="2984500" cy="711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24499"/>
              </a:lnSpc>
            </a:pPr>
            <a:r>
              <a:rPr lang="en-US" sz="1900" b="0" i="0" u="none" strike="noStrike">
                <a:solidFill>
                  <a:srgbClr val="FFFFFF"/>
                </a:solidFill>
                <a:ea typeface="Pretendard Light"/>
              </a:rPr>
              <a:t>◦ </a:t>
            </a:r>
            <a:r>
              <a:rPr lang="ko-KR" sz="1900" b="0" i="0" u="none" strike="noStrike">
                <a:solidFill>
                  <a:srgbClr val="FFFFFF"/>
                </a:solidFill>
                <a:ea typeface="Pretendard Light"/>
              </a:rPr>
              <a:t>세부</a:t>
            </a:r>
            <a:r>
              <a:rPr lang="en-US" sz="1900" b="0" i="0" u="none" strike="noStrike">
                <a:solidFill>
                  <a:srgbClr val="FFFFFF"/>
                </a:solidFill>
                <a:latin typeface="Pretendard Light"/>
              </a:rPr>
              <a:t> </a:t>
            </a:r>
            <a:r>
              <a:rPr lang="ko-KR" sz="1900" b="0" i="0" u="none" strike="noStrike">
                <a:solidFill>
                  <a:srgbClr val="FFFFFF"/>
                </a:solidFill>
                <a:ea typeface="Pretendard Light"/>
              </a:rPr>
              <a:t>내용을</a:t>
            </a:r>
            <a:r>
              <a:rPr lang="en-US" sz="1900" b="0" i="0" u="none" strike="noStrike">
                <a:solidFill>
                  <a:srgbClr val="FFFFFF"/>
                </a:solidFill>
                <a:latin typeface="Pretendard Light"/>
              </a:rPr>
              <a:t> </a:t>
            </a:r>
            <a:r>
              <a:rPr lang="ko-KR" sz="1900" b="0" i="0" u="none" strike="noStrike">
                <a:solidFill>
                  <a:srgbClr val="FFFFFF"/>
                </a:solidFill>
                <a:ea typeface="Pretendard Light"/>
              </a:rPr>
              <a:t>입력해주세요</a:t>
            </a:r>
            <a:r>
              <a:rPr lang="en-US" sz="1900" b="0" i="0" u="none" strike="noStrike">
                <a:solidFill>
                  <a:srgbClr val="FFFFFF"/>
                </a:solidFill>
                <a:latin typeface="Pretendard Light"/>
              </a:rPr>
              <a:t>.</a:t>
            </a:r>
          </a:p>
          <a:p>
            <a:pPr lvl="0" algn="ctr">
              <a:lnSpc>
                <a:spcPct val="124499"/>
              </a:lnSpc>
            </a:pPr>
            <a:r>
              <a:rPr lang="en-US" sz="1900" b="0" i="0" u="none" strike="noStrike">
                <a:solidFill>
                  <a:srgbClr val="FFFFFF"/>
                </a:solidFill>
                <a:ea typeface="Pretendard Light"/>
              </a:rPr>
              <a:t>◦ </a:t>
            </a:r>
            <a:r>
              <a:rPr lang="ko-KR" sz="1900" b="0" i="0" u="none" strike="noStrike">
                <a:solidFill>
                  <a:srgbClr val="FFFFFF"/>
                </a:solidFill>
                <a:ea typeface="Pretendard Light"/>
              </a:rPr>
              <a:t>세부</a:t>
            </a:r>
            <a:r>
              <a:rPr lang="en-US" sz="1900" b="0" i="0" u="none" strike="noStrike">
                <a:solidFill>
                  <a:srgbClr val="FFFFFF"/>
                </a:solidFill>
                <a:latin typeface="Pretendard Light"/>
              </a:rPr>
              <a:t> </a:t>
            </a:r>
            <a:r>
              <a:rPr lang="ko-KR" sz="1900" b="0" i="0" u="none" strike="noStrike">
                <a:solidFill>
                  <a:srgbClr val="FFFFFF"/>
                </a:solidFill>
                <a:ea typeface="Pretendard Light"/>
              </a:rPr>
              <a:t>내용을</a:t>
            </a:r>
            <a:r>
              <a:rPr lang="en-US" sz="1900" b="0" i="0" u="none" strike="noStrike">
                <a:solidFill>
                  <a:srgbClr val="FFFFFF"/>
                </a:solidFill>
                <a:latin typeface="Pretendard Light"/>
              </a:rPr>
              <a:t> </a:t>
            </a:r>
            <a:r>
              <a:rPr lang="ko-KR" sz="1900" b="0" i="0" u="none" strike="noStrike">
                <a:solidFill>
                  <a:srgbClr val="FFFFFF"/>
                </a:solidFill>
                <a:ea typeface="Pretendard Light"/>
              </a:rPr>
              <a:t>입력해주세요</a:t>
            </a:r>
            <a:r>
              <a:rPr lang="en-US" sz="1900" b="0" i="0" u="none" strike="noStrike">
                <a:solidFill>
                  <a:srgbClr val="FFFFFF"/>
                </a:solidFill>
                <a:latin typeface="Pretendard Light"/>
              </a:rPr>
              <a:t>.</a:t>
            </a:r>
          </a:p>
        </p:txBody>
      </p:sp>
      <p:sp>
        <p:nvSpPr>
          <p:cNvPr id="19" name="TextBox 19">
            <a:extLst>
              <a:ext uri="{FF2B5EF4-FFF2-40B4-BE49-F238E27FC236}">
                <a16:creationId xmlns:a16="http://schemas.microsoft.com/office/drawing/2014/main" id="{D23CD5DE-15BD-DB4F-3D79-72F14C5122AE}"/>
              </a:ext>
            </a:extLst>
          </p:cNvPr>
          <p:cNvSpPr txBox="1"/>
          <p:nvPr/>
        </p:nvSpPr>
        <p:spPr>
          <a:xfrm>
            <a:off x="11861800" y="7823200"/>
            <a:ext cx="2984500" cy="711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24499"/>
              </a:lnSpc>
            </a:pPr>
            <a:r>
              <a:rPr lang="en-US" sz="1900" b="0" i="0" u="none" strike="noStrike">
                <a:solidFill>
                  <a:srgbClr val="FFFFFF"/>
                </a:solidFill>
                <a:ea typeface="Pretendard Light"/>
              </a:rPr>
              <a:t>◦ </a:t>
            </a:r>
            <a:r>
              <a:rPr lang="ko-KR" sz="1900" b="0" i="0" u="none" strike="noStrike">
                <a:solidFill>
                  <a:srgbClr val="FFFFFF"/>
                </a:solidFill>
                <a:ea typeface="Pretendard Light"/>
              </a:rPr>
              <a:t>세부</a:t>
            </a:r>
            <a:r>
              <a:rPr lang="en-US" sz="1900" b="0" i="0" u="none" strike="noStrike">
                <a:solidFill>
                  <a:srgbClr val="FFFFFF"/>
                </a:solidFill>
                <a:latin typeface="Pretendard Light"/>
              </a:rPr>
              <a:t> </a:t>
            </a:r>
            <a:r>
              <a:rPr lang="ko-KR" sz="1900" b="0" i="0" u="none" strike="noStrike">
                <a:solidFill>
                  <a:srgbClr val="FFFFFF"/>
                </a:solidFill>
                <a:ea typeface="Pretendard Light"/>
              </a:rPr>
              <a:t>내용을</a:t>
            </a:r>
            <a:r>
              <a:rPr lang="en-US" sz="1900" b="0" i="0" u="none" strike="noStrike">
                <a:solidFill>
                  <a:srgbClr val="FFFFFF"/>
                </a:solidFill>
                <a:latin typeface="Pretendard Light"/>
              </a:rPr>
              <a:t> </a:t>
            </a:r>
            <a:r>
              <a:rPr lang="ko-KR" sz="1900" b="0" i="0" u="none" strike="noStrike">
                <a:solidFill>
                  <a:srgbClr val="FFFFFF"/>
                </a:solidFill>
                <a:ea typeface="Pretendard Light"/>
              </a:rPr>
              <a:t>입력해주세요</a:t>
            </a:r>
            <a:r>
              <a:rPr lang="en-US" sz="1900" b="0" i="0" u="none" strike="noStrike">
                <a:solidFill>
                  <a:srgbClr val="FFFFFF"/>
                </a:solidFill>
                <a:latin typeface="Pretendard Light"/>
              </a:rPr>
              <a:t>.</a:t>
            </a:r>
          </a:p>
          <a:p>
            <a:pPr lvl="0" algn="ctr">
              <a:lnSpc>
                <a:spcPct val="124499"/>
              </a:lnSpc>
            </a:pPr>
            <a:r>
              <a:rPr lang="en-US" sz="1900" b="0" i="0" u="none" strike="noStrike">
                <a:solidFill>
                  <a:srgbClr val="FFFFFF"/>
                </a:solidFill>
                <a:ea typeface="Pretendard Light"/>
              </a:rPr>
              <a:t>◦ </a:t>
            </a:r>
            <a:r>
              <a:rPr lang="ko-KR" sz="1900" b="0" i="0" u="none" strike="noStrike">
                <a:solidFill>
                  <a:srgbClr val="FFFFFF"/>
                </a:solidFill>
                <a:ea typeface="Pretendard Light"/>
              </a:rPr>
              <a:t>세부</a:t>
            </a:r>
            <a:r>
              <a:rPr lang="en-US" sz="1900" b="0" i="0" u="none" strike="noStrike">
                <a:solidFill>
                  <a:srgbClr val="FFFFFF"/>
                </a:solidFill>
                <a:latin typeface="Pretendard Light"/>
              </a:rPr>
              <a:t> </a:t>
            </a:r>
            <a:r>
              <a:rPr lang="ko-KR" sz="1900" b="0" i="0" u="none" strike="noStrike">
                <a:solidFill>
                  <a:srgbClr val="FFFFFF"/>
                </a:solidFill>
                <a:ea typeface="Pretendard Light"/>
              </a:rPr>
              <a:t>내용을</a:t>
            </a:r>
            <a:r>
              <a:rPr lang="en-US" sz="1900" b="0" i="0" u="none" strike="noStrike">
                <a:solidFill>
                  <a:srgbClr val="FFFFFF"/>
                </a:solidFill>
                <a:latin typeface="Pretendard Light"/>
              </a:rPr>
              <a:t> </a:t>
            </a:r>
            <a:r>
              <a:rPr lang="ko-KR" sz="1900" b="0" i="0" u="none" strike="noStrike">
                <a:solidFill>
                  <a:srgbClr val="FFFFFF"/>
                </a:solidFill>
                <a:ea typeface="Pretendard Light"/>
              </a:rPr>
              <a:t>입력해주세요</a:t>
            </a:r>
            <a:r>
              <a:rPr lang="en-US" sz="1900" b="0" i="0" u="none" strike="noStrike">
                <a:solidFill>
                  <a:srgbClr val="FFFFFF"/>
                </a:solidFill>
                <a:latin typeface="Pretendard Light"/>
              </a:rPr>
              <a:t>.</a:t>
            </a:r>
          </a:p>
        </p:txBody>
      </p:sp>
      <p:sp>
        <p:nvSpPr>
          <p:cNvPr id="20" name="TextBox 20">
            <a:extLst>
              <a:ext uri="{FF2B5EF4-FFF2-40B4-BE49-F238E27FC236}">
                <a16:creationId xmlns:a16="http://schemas.microsoft.com/office/drawing/2014/main" id="{A8D3797E-AB07-3571-35D1-26CFCF28D259}"/>
              </a:ext>
            </a:extLst>
          </p:cNvPr>
          <p:cNvSpPr txBox="1"/>
          <p:nvPr/>
        </p:nvSpPr>
        <p:spPr>
          <a:xfrm>
            <a:off x="15595600" y="508000"/>
            <a:ext cx="2273300" cy="2540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r">
              <a:lnSpc>
                <a:spcPct val="124499"/>
              </a:lnSpc>
            </a:pPr>
            <a:r>
              <a:rPr lang="en-US" sz="1400" b="0" i="0" u="none" strike="noStrike" spc="100">
                <a:solidFill>
                  <a:srgbClr val="3B7DDD"/>
                </a:solidFill>
                <a:latin typeface="Pretendard SemiBold"/>
              </a:rPr>
              <a:t>MIRI COMPANY</a:t>
            </a:r>
          </a:p>
        </p:txBody>
      </p:sp>
      <p:sp>
        <p:nvSpPr>
          <p:cNvPr id="21" name="TextBox 21">
            <a:extLst>
              <a:ext uri="{FF2B5EF4-FFF2-40B4-BE49-F238E27FC236}">
                <a16:creationId xmlns:a16="http://schemas.microsoft.com/office/drawing/2014/main" id="{7FDD876C-444D-8C15-86B4-688CC85BB77D}"/>
              </a:ext>
            </a:extLst>
          </p:cNvPr>
          <p:cNvSpPr txBox="1"/>
          <p:nvPr/>
        </p:nvSpPr>
        <p:spPr>
          <a:xfrm>
            <a:off x="419100" y="508000"/>
            <a:ext cx="2273300" cy="2540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24499"/>
              </a:lnSpc>
            </a:pPr>
            <a:r>
              <a:rPr lang="en-US" sz="1400" b="0" i="0" u="none" strike="noStrike" spc="100">
                <a:solidFill>
                  <a:srgbClr val="3B7DDD"/>
                </a:solidFill>
                <a:latin typeface="Pretendard SemiBold"/>
              </a:rPr>
              <a:t>PRESENTATION</a:t>
            </a:r>
          </a:p>
        </p:txBody>
      </p:sp>
      <p:sp>
        <p:nvSpPr>
          <p:cNvPr id="22" name="TextBox 22">
            <a:extLst>
              <a:ext uri="{FF2B5EF4-FFF2-40B4-BE49-F238E27FC236}">
                <a16:creationId xmlns:a16="http://schemas.microsoft.com/office/drawing/2014/main" id="{81F6061D-EEC4-5BF3-17F1-F725EC40ED43}"/>
              </a:ext>
            </a:extLst>
          </p:cNvPr>
          <p:cNvSpPr txBox="1"/>
          <p:nvPr/>
        </p:nvSpPr>
        <p:spPr>
          <a:xfrm>
            <a:off x="8128000" y="1295400"/>
            <a:ext cx="2032000" cy="10668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en-US" sz="6000" b="0" i="0" u="none" strike="noStrike" dirty="0">
                <a:solidFill>
                  <a:srgbClr val="004AB6"/>
                </a:solidFill>
                <a:latin typeface="Pretendard SemiBold"/>
              </a:rPr>
              <a:t>01</a:t>
            </a:r>
          </a:p>
        </p:txBody>
      </p:sp>
      <p:sp>
        <p:nvSpPr>
          <p:cNvPr id="23" name="TextBox 23">
            <a:extLst>
              <a:ext uri="{FF2B5EF4-FFF2-40B4-BE49-F238E27FC236}">
                <a16:creationId xmlns:a16="http://schemas.microsoft.com/office/drawing/2014/main" id="{6379735B-085F-2174-9124-31B9BED04EA1}"/>
              </a:ext>
            </a:extLst>
          </p:cNvPr>
          <p:cNvSpPr txBox="1"/>
          <p:nvPr/>
        </p:nvSpPr>
        <p:spPr>
          <a:xfrm>
            <a:off x="4533900" y="2324100"/>
            <a:ext cx="9220200" cy="11938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ko-KR" altLang="en-US" sz="6700" b="0" i="0" u="none" strike="noStrike" dirty="0">
                <a:solidFill>
                  <a:srgbClr val="201A74"/>
                </a:solidFill>
                <a:ea typeface="Hakgyoansim Chulseokbu TTF B"/>
              </a:rPr>
              <a:t>데이터 확보 및 정의</a:t>
            </a:r>
            <a:endParaRPr lang="ko-KR" sz="6700" b="0" i="0" u="none" strike="noStrike" dirty="0">
              <a:solidFill>
                <a:srgbClr val="201A74"/>
              </a:solidFill>
              <a:ea typeface="Hakgyoansim Chulseokbu TTF B"/>
            </a:endParaRPr>
          </a:p>
        </p:txBody>
      </p:sp>
    </p:spTree>
    <p:extLst>
      <p:ext uri="{BB962C8B-B14F-4D97-AF65-F5344CB8AC3E}">
        <p14:creationId xmlns:p14="http://schemas.microsoft.com/office/powerpoint/2010/main" val="290182786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4AB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1724DD1-990D-18C6-37BD-92DBFF220B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14780E62-6E4C-B963-E731-5B6570A5C6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12928600" y="8648700"/>
            <a:ext cx="7150100" cy="3581400"/>
          </a:xfrm>
          <a:prstGeom prst="rect">
            <a:avLst/>
          </a:prstGeom>
        </p:spPr>
      </p:pic>
      <p:pic>
        <p:nvPicPr>
          <p:cNvPr id="3" name="Picture 3">
            <a:extLst>
              <a:ext uri="{FF2B5EF4-FFF2-40B4-BE49-F238E27FC236}">
                <a16:creationId xmlns:a16="http://schemas.microsoft.com/office/drawing/2014/main" id="{985C79CB-B826-28A8-3026-4074F55052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-5400000">
            <a:off x="8928100" y="8128000"/>
            <a:ext cx="7150100" cy="4419600"/>
          </a:xfrm>
          <a:prstGeom prst="rect">
            <a:avLst/>
          </a:prstGeom>
        </p:spPr>
      </p:pic>
      <p:pic>
        <p:nvPicPr>
          <p:cNvPr id="4" name="Picture 4">
            <a:extLst>
              <a:ext uri="{FF2B5EF4-FFF2-40B4-BE49-F238E27FC236}">
                <a16:creationId xmlns:a16="http://schemas.microsoft.com/office/drawing/2014/main" id="{5F8BEB0F-9B29-5029-8A0D-F382022D35B2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70000"/>
          </a:blip>
          <a:stretch>
            <a:fillRect/>
          </a:stretch>
        </p:blipFill>
        <p:spPr>
          <a:xfrm>
            <a:off x="10287000" y="5575300"/>
            <a:ext cx="635000" cy="635000"/>
          </a:xfrm>
          <a:prstGeom prst="rect">
            <a:avLst/>
          </a:prstGeom>
        </p:spPr>
      </p:pic>
      <p:pic>
        <p:nvPicPr>
          <p:cNvPr id="5" name="Picture 5">
            <a:extLst>
              <a:ext uri="{FF2B5EF4-FFF2-40B4-BE49-F238E27FC236}">
                <a16:creationId xmlns:a16="http://schemas.microsoft.com/office/drawing/2014/main" id="{7834C03D-C424-AB51-952D-AF9CAE5F088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5400000">
            <a:off x="9055100" y="-9055100"/>
            <a:ext cx="241300" cy="18338800"/>
          </a:xfrm>
          <a:prstGeom prst="rect">
            <a:avLst/>
          </a:prstGeom>
        </p:spPr>
      </p:pic>
      <p:pic>
        <p:nvPicPr>
          <p:cNvPr id="6" name="Picture 6">
            <a:extLst>
              <a:ext uri="{FF2B5EF4-FFF2-40B4-BE49-F238E27FC236}">
                <a16:creationId xmlns:a16="http://schemas.microsoft.com/office/drawing/2014/main" id="{EDB441A0-1CA6-CA5A-B198-0B21DFB57CE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6300" y="8521700"/>
            <a:ext cx="5245100" cy="25400"/>
          </a:xfrm>
          <a:prstGeom prst="rect">
            <a:avLst/>
          </a:prstGeom>
        </p:spPr>
      </p:pic>
      <p:sp>
        <p:nvSpPr>
          <p:cNvPr id="7" name="TextBox 7">
            <a:extLst>
              <a:ext uri="{FF2B5EF4-FFF2-40B4-BE49-F238E27FC236}">
                <a16:creationId xmlns:a16="http://schemas.microsoft.com/office/drawing/2014/main" id="{CB98D3B2-22B1-B765-BA8F-AAA55267BE9C}"/>
              </a:ext>
            </a:extLst>
          </p:cNvPr>
          <p:cNvSpPr txBox="1"/>
          <p:nvPr/>
        </p:nvSpPr>
        <p:spPr>
          <a:xfrm>
            <a:off x="15595600" y="508000"/>
            <a:ext cx="2273300" cy="2540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r">
              <a:lnSpc>
                <a:spcPct val="124499"/>
              </a:lnSpc>
            </a:pPr>
            <a:r>
              <a:rPr lang="en-US" sz="1400" b="0" i="0" u="none" strike="noStrike" spc="100">
                <a:solidFill>
                  <a:srgbClr val="FFFFFF"/>
                </a:solidFill>
                <a:latin typeface="Pretendard SemiBold"/>
              </a:rPr>
              <a:t>MIRI COMPANY</a:t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F9FF2EDB-8AF8-463D-F30C-06A92ED0C36A}"/>
              </a:ext>
            </a:extLst>
          </p:cNvPr>
          <p:cNvSpPr txBox="1"/>
          <p:nvPr/>
        </p:nvSpPr>
        <p:spPr>
          <a:xfrm>
            <a:off x="419100" y="508000"/>
            <a:ext cx="2273300" cy="2540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24499"/>
              </a:lnSpc>
            </a:pPr>
            <a:r>
              <a:rPr lang="en-US" sz="1400" b="0" i="0" u="none" strike="noStrike" spc="100">
                <a:solidFill>
                  <a:srgbClr val="FFFFFF"/>
                </a:solidFill>
                <a:latin typeface="Pretendard SemiBold"/>
              </a:rPr>
              <a:t>PRESENTATION</a:t>
            </a:r>
          </a:p>
        </p:txBody>
      </p:sp>
      <p:grpSp>
        <p:nvGrpSpPr>
          <p:cNvPr id="9" name="Group 9">
            <a:extLst>
              <a:ext uri="{FF2B5EF4-FFF2-40B4-BE49-F238E27FC236}">
                <a16:creationId xmlns:a16="http://schemas.microsoft.com/office/drawing/2014/main" id="{4BB276D4-962D-AD61-6D11-F03622FB64D8}"/>
              </a:ext>
            </a:extLst>
          </p:cNvPr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10" name="Picture 10">
            <a:extLst>
              <a:ext uri="{FF2B5EF4-FFF2-40B4-BE49-F238E27FC236}">
                <a16:creationId xmlns:a16="http://schemas.microsoft.com/office/drawing/2014/main" id="{7ED6F821-2362-69D1-BE85-92069CDE831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76300" y="7797800"/>
            <a:ext cx="1790700" cy="533400"/>
          </a:xfrm>
          <a:prstGeom prst="rect">
            <a:avLst/>
          </a:prstGeom>
        </p:spPr>
      </p:pic>
      <p:sp>
        <p:nvSpPr>
          <p:cNvPr id="11" name="TextBox 11">
            <a:extLst>
              <a:ext uri="{FF2B5EF4-FFF2-40B4-BE49-F238E27FC236}">
                <a16:creationId xmlns:a16="http://schemas.microsoft.com/office/drawing/2014/main" id="{C22DA052-4893-7CAD-B72D-EB71EE230619}"/>
              </a:ext>
            </a:extLst>
          </p:cNvPr>
          <p:cNvSpPr txBox="1"/>
          <p:nvPr/>
        </p:nvSpPr>
        <p:spPr>
          <a:xfrm>
            <a:off x="1206500" y="7886700"/>
            <a:ext cx="1143000" cy="330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32800"/>
              </a:lnSpc>
            </a:pPr>
            <a:r>
              <a:rPr lang="en-US" sz="1900" b="0" i="0" u="none" strike="noStrike">
                <a:solidFill>
                  <a:srgbClr val="004AB6"/>
                </a:solidFill>
                <a:latin typeface="Pretendard SemiBold"/>
              </a:rPr>
              <a:t>Chapter 3</a:t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18C6621F-8A49-81D2-11E5-CD82289B0BE9}"/>
              </a:ext>
            </a:extLst>
          </p:cNvPr>
          <p:cNvSpPr txBox="1"/>
          <p:nvPr/>
        </p:nvSpPr>
        <p:spPr>
          <a:xfrm>
            <a:off x="2921000" y="7848600"/>
            <a:ext cx="3314700" cy="4191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ko-KR" sz="2300" b="0" i="0" u="none" strike="noStrike">
                <a:solidFill>
                  <a:srgbClr val="FFFFFF"/>
                </a:solidFill>
                <a:ea typeface="Pretendard SemiBold"/>
              </a:rPr>
              <a:t>그래프가</a:t>
            </a:r>
            <a:r>
              <a:rPr lang="en-US" sz="2300" b="0" i="0" u="none" strike="noStrike">
                <a:solidFill>
                  <a:srgbClr val="FFFFFF"/>
                </a:solidFill>
                <a:latin typeface="Pretendard SemiBold"/>
              </a:rPr>
              <a:t> </a:t>
            </a:r>
            <a:r>
              <a:rPr lang="ko-KR" sz="2300" b="0" i="0" u="none" strike="noStrike">
                <a:solidFill>
                  <a:srgbClr val="FFFFFF"/>
                </a:solidFill>
                <a:ea typeface="Pretendard SemiBold"/>
              </a:rPr>
              <a:t>있는</a:t>
            </a:r>
            <a:r>
              <a:rPr lang="en-US" sz="2300" b="0" i="0" u="none" strike="noStrike">
                <a:solidFill>
                  <a:srgbClr val="FFFFFF"/>
                </a:solidFill>
                <a:latin typeface="Pretendard SemiBold"/>
              </a:rPr>
              <a:t> </a:t>
            </a:r>
            <a:r>
              <a:rPr lang="ko-KR" sz="2300" b="0" i="0" u="none" strike="noStrike">
                <a:solidFill>
                  <a:srgbClr val="FFFFFF"/>
                </a:solidFill>
                <a:ea typeface="Pretendard SemiBold"/>
              </a:rPr>
              <a:t>레이아웃</a:t>
            </a:r>
          </a:p>
        </p:txBody>
      </p:sp>
      <p:pic>
        <p:nvPicPr>
          <p:cNvPr id="13" name="Picture 13">
            <a:extLst>
              <a:ext uri="{FF2B5EF4-FFF2-40B4-BE49-F238E27FC236}">
                <a16:creationId xmlns:a16="http://schemas.microsoft.com/office/drawing/2014/main" id="{9DC89357-23F8-0399-39DE-E24E63E6901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6300" y="9448800"/>
            <a:ext cx="5245100" cy="25400"/>
          </a:xfrm>
          <a:prstGeom prst="rect">
            <a:avLst/>
          </a:prstGeom>
        </p:spPr>
      </p:pic>
      <p:grpSp>
        <p:nvGrpSpPr>
          <p:cNvPr id="14" name="Group 14">
            <a:extLst>
              <a:ext uri="{FF2B5EF4-FFF2-40B4-BE49-F238E27FC236}">
                <a16:creationId xmlns:a16="http://schemas.microsoft.com/office/drawing/2014/main" id="{70688C7A-32F3-4336-C59C-209B4236419F}"/>
              </a:ext>
            </a:extLst>
          </p:cNvPr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15" name="Picture 15">
            <a:extLst>
              <a:ext uri="{FF2B5EF4-FFF2-40B4-BE49-F238E27FC236}">
                <a16:creationId xmlns:a16="http://schemas.microsoft.com/office/drawing/2014/main" id="{F6554903-D61B-3700-03BE-09B6988BDBE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76300" y="8724900"/>
            <a:ext cx="1790700" cy="533400"/>
          </a:xfrm>
          <a:prstGeom prst="rect">
            <a:avLst/>
          </a:prstGeom>
        </p:spPr>
      </p:pic>
      <p:sp>
        <p:nvSpPr>
          <p:cNvPr id="16" name="TextBox 16">
            <a:extLst>
              <a:ext uri="{FF2B5EF4-FFF2-40B4-BE49-F238E27FC236}">
                <a16:creationId xmlns:a16="http://schemas.microsoft.com/office/drawing/2014/main" id="{44123797-E7AE-7310-6415-EABE123AC694}"/>
              </a:ext>
            </a:extLst>
          </p:cNvPr>
          <p:cNvSpPr txBox="1"/>
          <p:nvPr/>
        </p:nvSpPr>
        <p:spPr>
          <a:xfrm>
            <a:off x="1206500" y="8813800"/>
            <a:ext cx="1143000" cy="330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32800"/>
              </a:lnSpc>
            </a:pPr>
            <a:r>
              <a:rPr lang="en-US" sz="1900" b="0" i="0" u="none" strike="noStrike">
                <a:solidFill>
                  <a:srgbClr val="004AB6"/>
                </a:solidFill>
                <a:latin typeface="Pretendard SemiBold"/>
              </a:rPr>
              <a:t>Chapter 4</a:t>
            </a:r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8818A6FF-EC6F-8347-C1BE-E8ED44B55BD0}"/>
              </a:ext>
            </a:extLst>
          </p:cNvPr>
          <p:cNvSpPr txBox="1"/>
          <p:nvPr/>
        </p:nvSpPr>
        <p:spPr>
          <a:xfrm>
            <a:off x="2921000" y="8775700"/>
            <a:ext cx="3314700" cy="4191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ko-KR" sz="2300" b="0" i="0" u="none" strike="noStrike">
                <a:solidFill>
                  <a:srgbClr val="FFFFFF"/>
                </a:solidFill>
                <a:ea typeface="Pretendard SemiBold"/>
              </a:rPr>
              <a:t>이미지가</a:t>
            </a:r>
            <a:r>
              <a:rPr lang="en-US" sz="2300" b="0" i="0" u="none" strike="noStrike">
                <a:solidFill>
                  <a:srgbClr val="FFFFFF"/>
                </a:solidFill>
                <a:latin typeface="Pretendard SemiBold"/>
              </a:rPr>
              <a:t> </a:t>
            </a:r>
            <a:r>
              <a:rPr lang="ko-KR" sz="2300" b="0" i="0" u="none" strike="noStrike">
                <a:solidFill>
                  <a:srgbClr val="FFFFFF"/>
                </a:solidFill>
                <a:ea typeface="Pretendard SemiBold"/>
              </a:rPr>
              <a:t>있는</a:t>
            </a:r>
            <a:r>
              <a:rPr lang="en-US" sz="2300" b="0" i="0" u="none" strike="noStrike">
                <a:solidFill>
                  <a:srgbClr val="FFFFFF"/>
                </a:solidFill>
                <a:latin typeface="Pretendard SemiBold"/>
              </a:rPr>
              <a:t> </a:t>
            </a:r>
            <a:r>
              <a:rPr lang="ko-KR" sz="2300" b="0" i="0" u="none" strike="noStrike">
                <a:solidFill>
                  <a:srgbClr val="FFFFFF"/>
                </a:solidFill>
                <a:ea typeface="Pretendard SemiBold"/>
              </a:rPr>
              <a:t>레이아웃</a:t>
            </a:r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83DCF4AD-B1F0-7562-09F2-D75BC9D2B2CD}"/>
              </a:ext>
            </a:extLst>
          </p:cNvPr>
          <p:cNvSpPr txBox="1"/>
          <p:nvPr/>
        </p:nvSpPr>
        <p:spPr>
          <a:xfrm>
            <a:off x="927100" y="5346700"/>
            <a:ext cx="7759700" cy="7493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16199"/>
              </a:lnSpc>
            </a:pPr>
            <a:r>
              <a:rPr lang="ko-KR" sz="2100" b="0" i="0" u="none" strike="noStrike">
                <a:solidFill>
                  <a:srgbClr val="FFFFFF"/>
                </a:solidFill>
                <a:ea typeface="Pretendard Light"/>
              </a:rPr>
              <a:t>이</a:t>
            </a:r>
            <a:r>
              <a:rPr lang="en-US" sz="2100" b="0" i="0" u="none" strike="noStrike">
                <a:solidFill>
                  <a:srgbClr val="FFFFFF"/>
                </a:solidFill>
                <a:latin typeface="Pretendard Light"/>
              </a:rPr>
              <a:t> </a:t>
            </a:r>
            <a:r>
              <a:rPr lang="ko-KR" sz="2100" b="0" i="0" u="none" strike="noStrike">
                <a:solidFill>
                  <a:srgbClr val="FFFFFF"/>
                </a:solidFill>
                <a:ea typeface="Pretendard Light"/>
              </a:rPr>
              <a:t>곳에</a:t>
            </a:r>
            <a:r>
              <a:rPr lang="en-US" sz="2100" b="0" i="0" u="none" strike="noStrike">
                <a:solidFill>
                  <a:srgbClr val="FFFFFF"/>
                </a:solidFill>
                <a:latin typeface="Pretendard Light"/>
              </a:rPr>
              <a:t> </a:t>
            </a:r>
            <a:r>
              <a:rPr lang="ko-KR" sz="2100" b="0" i="0" u="none" strike="noStrike">
                <a:solidFill>
                  <a:srgbClr val="FFFFFF"/>
                </a:solidFill>
                <a:ea typeface="Pretendard Light"/>
              </a:rPr>
              <a:t>해당하는</a:t>
            </a:r>
            <a:r>
              <a:rPr lang="en-US" sz="2100" b="0" i="0" u="none" strike="noStrike">
                <a:solidFill>
                  <a:srgbClr val="FFFFFF"/>
                </a:solidFill>
                <a:latin typeface="Pretendard Light"/>
              </a:rPr>
              <a:t> </a:t>
            </a:r>
            <a:r>
              <a:rPr lang="ko-KR" sz="2100" b="0" i="0" u="none" strike="noStrike">
                <a:solidFill>
                  <a:srgbClr val="FFFFFF"/>
                </a:solidFill>
                <a:ea typeface="Pretendard Light"/>
              </a:rPr>
              <a:t>제목과</a:t>
            </a:r>
            <a:r>
              <a:rPr lang="en-US" sz="2100" b="0" i="0" u="none" strike="noStrike">
                <a:solidFill>
                  <a:srgbClr val="FFFFFF"/>
                </a:solidFill>
                <a:latin typeface="Pretendard Light"/>
              </a:rPr>
              <a:t> </a:t>
            </a:r>
            <a:r>
              <a:rPr lang="ko-KR" sz="2100" b="0" i="0" u="none" strike="noStrike">
                <a:solidFill>
                  <a:srgbClr val="FFFFFF"/>
                </a:solidFill>
                <a:ea typeface="Pretendard Light"/>
              </a:rPr>
              <a:t>관련하여</a:t>
            </a:r>
            <a:r>
              <a:rPr lang="en-US" sz="2100" b="0" i="0" u="none" strike="noStrike">
                <a:solidFill>
                  <a:srgbClr val="FFFFFF"/>
                </a:solidFill>
                <a:latin typeface="Pretendard Light"/>
              </a:rPr>
              <a:t> </a:t>
            </a:r>
            <a:r>
              <a:rPr lang="ko-KR" sz="2100" b="0" i="0" u="none" strike="noStrike">
                <a:solidFill>
                  <a:srgbClr val="FFFFFF"/>
                </a:solidFill>
                <a:ea typeface="Pretendard Light"/>
              </a:rPr>
              <a:t>자세한</a:t>
            </a:r>
            <a:r>
              <a:rPr lang="en-US" sz="2100" b="0" i="0" u="none" strike="noStrike">
                <a:solidFill>
                  <a:srgbClr val="FFFFFF"/>
                </a:solidFill>
                <a:latin typeface="Pretendard Light"/>
              </a:rPr>
              <a:t> </a:t>
            </a:r>
            <a:r>
              <a:rPr lang="ko-KR" sz="2100" b="0" i="0" u="none" strike="noStrike">
                <a:solidFill>
                  <a:srgbClr val="FFFFFF"/>
                </a:solidFill>
                <a:ea typeface="Pretendard Light"/>
              </a:rPr>
              <a:t>설명을</a:t>
            </a:r>
            <a:r>
              <a:rPr lang="en-US" sz="2100" b="0" i="0" u="none" strike="noStrike">
                <a:solidFill>
                  <a:srgbClr val="FFFFFF"/>
                </a:solidFill>
                <a:latin typeface="Pretendard Light"/>
              </a:rPr>
              <a:t> </a:t>
            </a:r>
            <a:r>
              <a:rPr lang="ko-KR" sz="2100" b="0" i="0" u="none" strike="noStrike">
                <a:solidFill>
                  <a:srgbClr val="FFFFFF"/>
                </a:solidFill>
                <a:ea typeface="Pretendard Light"/>
              </a:rPr>
              <a:t>텍스트로</a:t>
            </a:r>
            <a:r>
              <a:rPr lang="en-US" sz="2100" b="0" i="0" u="none" strike="noStrike">
                <a:solidFill>
                  <a:srgbClr val="FFFFFF"/>
                </a:solidFill>
                <a:latin typeface="Pretendard Light"/>
              </a:rPr>
              <a:t> </a:t>
            </a:r>
            <a:r>
              <a:rPr lang="ko-KR" sz="2100" b="0" i="0" u="none" strike="noStrike">
                <a:solidFill>
                  <a:srgbClr val="FFFFFF"/>
                </a:solidFill>
                <a:ea typeface="Pretendard Light"/>
              </a:rPr>
              <a:t>입력해주세요</a:t>
            </a:r>
            <a:r>
              <a:rPr lang="en-US" sz="2100" b="0" i="0" u="none" strike="noStrike">
                <a:solidFill>
                  <a:srgbClr val="FFFFFF"/>
                </a:solidFill>
                <a:latin typeface="Pretendard Light"/>
              </a:rPr>
              <a:t>.</a:t>
            </a:r>
          </a:p>
          <a:p>
            <a:pPr lvl="0" algn="l">
              <a:lnSpc>
                <a:spcPct val="116199"/>
              </a:lnSpc>
            </a:pPr>
            <a:r>
              <a:rPr lang="ko-KR" sz="2100" b="0" i="0" u="none" strike="noStrike">
                <a:solidFill>
                  <a:srgbClr val="FFFFFF"/>
                </a:solidFill>
                <a:ea typeface="Pretendard Light"/>
              </a:rPr>
              <a:t>큰</a:t>
            </a:r>
            <a:r>
              <a:rPr lang="en-US" sz="2100" b="0" i="0" u="none" strike="noStrike">
                <a:solidFill>
                  <a:srgbClr val="FFFFFF"/>
                </a:solidFill>
                <a:latin typeface="Pretendard Light"/>
              </a:rPr>
              <a:t> </a:t>
            </a:r>
            <a:r>
              <a:rPr lang="ko-KR" sz="2100" b="0" i="0" u="none" strike="noStrike">
                <a:solidFill>
                  <a:srgbClr val="FFFFFF"/>
                </a:solidFill>
                <a:ea typeface="Pretendard Light"/>
              </a:rPr>
              <a:t>타이틀에</a:t>
            </a:r>
            <a:r>
              <a:rPr lang="en-US" sz="2100" b="0" i="0" u="none" strike="noStrike">
                <a:solidFill>
                  <a:srgbClr val="FFFFFF"/>
                </a:solidFill>
                <a:latin typeface="Pretendard Light"/>
              </a:rPr>
              <a:t> </a:t>
            </a:r>
            <a:r>
              <a:rPr lang="ko-KR" sz="2100" b="0" i="0" u="none" strike="noStrike">
                <a:solidFill>
                  <a:srgbClr val="FFFFFF"/>
                </a:solidFill>
                <a:ea typeface="Pretendard Light"/>
              </a:rPr>
              <a:t>대한</a:t>
            </a:r>
            <a:r>
              <a:rPr lang="en-US" sz="2100" b="0" i="0" u="none" strike="noStrike">
                <a:solidFill>
                  <a:srgbClr val="FFFFFF"/>
                </a:solidFill>
                <a:latin typeface="Pretendard Light"/>
              </a:rPr>
              <a:t> </a:t>
            </a:r>
            <a:r>
              <a:rPr lang="ko-KR" sz="2100" b="0" i="0" u="none" strike="noStrike">
                <a:solidFill>
                  <a:srgbClr val="FFFFFF"/>
                </a:solidFill>
                <a:ea typeface="Pretendard Light"/>
              </a:rPr>
              <a:t>설명</a:t>
            </a:r>
            <a:r>
              <a:rPr lang="en-US" sz="2100" b="0" i="0" u="none" strike="noStrike">
                <a:solidFill>
                  <a:srgbClr val="FFFFFF"/>
                </a:solidFill>
                <a:latin typeface="Pretendard Light"/>
              </a:rPr>
              <a:t> </a:t>
            </a:r>
            <a:r>
              <a:rPr lang="ko-KR" sz="2100" b="0" i="0" u="none" strike="noStrike">
                <a:solidFill>
                  <a:srgbClr val="FFFFFF"/>
                </a:solidFill>
                <a:ea typeface="Pretendard Light"/>
              </a:rPr>
              <a:t>또는</a:t>
            </a:r>
            <a:r>
              <a:rPr lang="en-US" sz="2100" b="0" i="0" u="none" strike="noStrike">
                <a:solidFill>
                  <a:srgbClr val="FFFFFF"/>
                </a:solidFill>
                <a:latin typeface="Pretendard Light"/>
              </a:rPr>
              <a:t> </a:t>
            </a:r>
            <a:r>
              <a:rPr lang="ko-KR" sz="2100" b="0" i="0" u="none" strike="noStrike">
                <a:solidFill>
                  <a:srgbClr val="FFFFFF"/>
                </a:solidFill>
                <a:ea typeface="Pretendard Light"/>
              </a:rPr>
              <a:t>세부키워드에</a:t>
            </a:r>
            <a:r>
              <a:rPr lang="en-US" sz="2100" b="0" i="0" u="none" strike="noStrike">
                <a:solidFill>
                  <a:srgbClr val="FFFFFF"/>
                </a:solidFill>
                <a:latin typeface="Pretendard Light"/>
              </a:rPr>
              <a:t> </a:t>
            </a:r>
            <a:r>
              <a:rPr lang="ko-KR" sz="2100" b="0" i="0" u="none" strike="noStrike">
                <a:solidFill>
                  <a:srgbClr val="FFFFFF"/>
                </a:solidFill>
                <a:ea typeface="Pretendard Light"/>
              </a:rPr>
              <a:t>대한</a:t>
            </a:r>
            <a:r>
              <a:rPr lang="en-US" sz="2100" b="0" i="0" u="none" strike="noStrike">
                <a:solidFill>
                  <a:srgbClr val="FFFFFF"/>
                </a:solidFill>
                <a:latin typeface="Pretendard Light"/>
              </a:rPr>
              <a:t> </a:t>
            </a:r>
            <a:r>
              <a:rPr lang="ko-KR" sz="2100" b="0" i="0" u="none" strike="noStrike">
                <a:solidFill>
                  <a:srgbClr val="FFFFFF"/>
                </a:solidFill>
                <a:ea typeface="Pretendard Light"/>
              </a:rPr>
              <a:t>내용을</a:t>
            </a:r>
            <a:r>
              <a:rPr lang="en-US" sz="2100" b="0" i="0" u="none" strike="noStrike">
                <a:solidFill>
                  <a:srgbClr val="FFFFFF"/>
                </a:solidFill>
                <a:latin typeface="Pretendard Light"/>
              </a:rPr>
              <a:t> </a:t>
            </a:r>
            <a:r>
              <a:rPr lang="ko-KR" sz="2100" b="0" i="0" u="none" strike="noStrike">
                <a:solidFill>
                  <a:srgbClr val="FFFFFF"/>
                </a:solidFill>
                <a:ea typeface="Pretendard Light"/>
              </a:rPr>
              <a:t>적어주세요</a:t>
            </a:r>
            <a:r>
              <a:rPr lang="en-US" sz="2100" b="0" i="0" u="none" strike="noStrike">
                <a:solidFill>
                  <a:srgbClr val="FFFFFF"/>
                </a:solidFill>
                <a:latin typeface="Pretendard Light"/>
              </a:rPr>
              <a:t>.</a:t>
            </a:r>
          </a:p>
        </p:txBody>
      </p:sp>
      <p:sp>
        <p:nvSpPr>
          <p:cNvPr id="19" name="TextBox 19">
            <a:extLst>
              <a:ext uri="{FF2B5EF4-FFF2-40B4-BE49-F238E27FC236}">
                <a16:creationId xmlns:a16="http://schemas.microsoft.com/office/drawing/2014/main" id="{5B4CC9BA-7F35-4003-3D20-B4E935F6C1C7}"/>
              </a:ext>
            </a:extLst>
          </p:cNvPr>
          <p:cNvSpPr txBox="1"/>
          <p:nvPr/>
        </p:nvSpPr>
        <p:spPr>
          <a:xfrm>
            <a:off x="927100" y="1587500"/>
            <a:ext cx="2857500" cy="26289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83000"/>
              </a:lnSpc>
            </a:pPr>
            <a:r>
              <a:rPr lang="en-US" sz="14800" b="0" i="0" u="none" strike="noStrike" spc="-200" dirty="0">
                <a:solidFill>
                  <a:srgbClr val="ACCEFE"/>
                </a:solidFill>
                <a:latin typeface="Pretendard Bold"/>
              </a:rPr>
              <a:t>03</a:t>
            </a:r>
          </a:p>
        </p:txBody>
      </p:sp>
      <p:sp>
        <p:nvSpPr>
          <p:cNvPr id="20" name="TextBox 20">
            <a:extLst>
              <a:ext uri="{FF2B5EF4-FFF2-40B4-BE49-F238E27FC236}">
                <a16:creationId xmlns:a16="http://schemas.microsoft.com/office/drawing/2014/main" id="{FB31EC90-BC2A-CDF8-6444-80719AA6D3AE}"/>
              </a:ext>
            </a:extLst>
          </p:cNvPr>
          <p:cNvSpPr txBox="1"/>
          <p:nvPr/>
        </p:nvSpPr>
        <p:spPr>
          <a:xfrm>
            <a:off x="927100" y="3911600"/>
            <a:ext cx="8343900" cy="11684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83000"/>
              </a:lnSpc>
            </a:pPr>
            <a:r>
              <a:rPr lang="ko-KR" altLang="en-US" sz="6600" b="0" i="0" u="none" strike="noStrike" dirty="0">
                <a:solidFill>
                  <a:srgbClr val="FFFFFF"/>
                </a:solidFill>
                <a:ea typeface="Hakgyoansim Chulseokbu TTF B"/>
              </a:rPr>
              <a:t>프롬프트 설계</a:t>
            </a:r>
          </a:p>
        </p:txBody>
      </p:sp>
    </p:spTree>
    <p:extLst>
      <p:ext uri="{BB962C8B-B14F-4D97-AF65-F5344CB8AC3E}">
        <p14:creationId xmlns:p14="http://schemas.microsoft.com/office/powerpoint/2010/main" val="131108671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4AB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A855954-3121-5C14-CDD1-40847F341E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DE3D2F8D-CB1A-7BC3-C21B-AF66DD2D0D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12928600" y="8648700"/>
            <a:ext cx="7150100" cy="3581400"/>
          </a:xfrm>
          <a:prstGeom prst="rect">
            <a:avLst/>
          </a:prstGeom>
        </p:spPr>
      </p:pic>
      <p:pic>
        <p:nvPicPr>
          <p:cNvPr id="3" name="Picture 3">
            <a:extLst>
              <a:ext uri="{FF2B5EF4-FFF2-40B4-BE49-F238E27FC236}">
                <a16:creationId xmlns:a16="http://schemas.microsoft.com/office/drawing/2014/main" id="{5B5BFAEE-4AF5-8A7E-42F7-91B5DC56A2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-5400000">
            <a:off x="8928100" y="8128000"/>
            <a:ext cx="7150100" cy="4419600"/>
          </a:xfrm>
          <a:prstGeom prst="rect">
            <a:avLst/>
          </a:prstGeom>
        </p:spPr>
      </p:pic>
      <p:pic>
        <p:nvPicPr>
          <p:cNvPr id="4" name="Picture 4">
            <a:extLst>
              <a:ext uri="{FF2B5EF4-FFF2-40B4-BE49-F238E27FC236}">
                <a16:creationId xmlns:a16="http://schemas.microsoft.com/office/drawing/2014/main" id="{AAFEB3EC-577D-56BC-9C7C-2C5949A7B364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70000"/>
          </a:blip>
          <a:stretch>
            <a:fillRect/>
          </a:stretch>
        </p:blipFill>
        <p:spPr>
          <a:xfrm>
            <a:off x="10287000" y="5575300"/>
            <a:ext cx="635000" cy="635000"/>
          </a:xfrm>
          <a:prstGeom prst="rect">
            <a:avLst/>
          </a:prstGeom>
        </p:spPr>
      </p:pic>
      <p:pic>
        <p:nvPicPr>
          <p:cNvPr id="5" name="Picture 5">
            <a:extLst>
              <a:ext uri="{FF2B5EF4-FFF2-40B4-BE49-F238E27FC236}">
                <a16:creationId xmlns:a16="http://schemas.microsoft.com/office/drawing/2014/main" id="{86B8E356-3640-B5A8-6515-D46890CD2AB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5400000">
            <a:off x="9055100" y="-9055100"/>
            <a:ext cx="241300" cy="18338800"/>
          </a:xfrm>
          <a:prstGeom prst="rect">
            <a:avLst/>
          </a:prstGeom>
        </p:spPr>
      </p:pic>
      <p:pic>
        <p:nvPicPr>
          <p:cNvPr id="6" name="Picture 6">
            <a:extLst>
              <a:ext uri="{FF2B5EF4-FFF2-40B4-BE49-F238E27FC236}">
                <a16:creationId xmlns:a16="http://schemas.microsoft.com/office/drawing/2014/main" id="{20241952-7D93-16BF-FD54-8149D34F42B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6300" y="8521700"/>
            <a:ext cx="5245100" cy="25400"/>
          </a:xfrm>
          <a:prstGeom prst="rect">
            <a:avLst/>
          </a:prstGeom>
        </p:spPr>
      </p:pic>
      <p:sp>
        <p:nvSpPr>
          <p:cNvPr id="7" name="TextBox 7">
            <a:extLst>
              <a:ext uri="{FF2B5EF4-FFF2-40B4-BE49-F238E27FC236}">
                <a16:creationId xmlns:a16="http://schemas.microsoft.com/office/drawing/2014/main" id="{E25DFA84-F154-7C1F-5AEF-E24B1BF6EF0D}"/>
              </a:ext>
            </a:extLst>
          </p:cNvPr>
          <p:cNvSpPr txBox="1"/>
          <p:nvPr/>
        </p:nvSpPr>
        <p:spPr>
          <a:xfrm>
            <a:off x="15595600" y="508000"/>
            <a:ext cx="2273300" cy="2540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r">
              <a:lnSpc>
                <a:spcPct val="124499"/>
              </a:lnSpc>
            </a:pPr>
            <a:r>
              <a:rPr lang="en-US" sz="1400" b="0" i="0" u="none" strike="noStrike" spc="100">
                <a:solidFill>
                  <a:srgbClr val="FFFFFF"/>
                </a:solidFill>
                <a:latin typeface="Pretendard SemiBold"/>
              </a:rPr>
              <a:t>MIRI COMPANY</a:t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95044725-7095-BC8F-9DD1-64C294F680EE}"/>
              </a:ext>
            </a:extLst>
          </p:cNvPr>
          <p:cNvSpPr txBox="1"/>
          <p:nvPr/>
        </p:nvSpPr>
        <p:spPr>
          <a:xfrm>
            <a:off x="419100" y="508000"/>
            <a:ext cx="2273300" cy="2540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24499"/>
              </a:lnSpc>
            </a:pPr>
            <a:r>
              <a:rPr lang="en-US" sz="1400" b="0" i="0" u="none" strike="noStrike" spc="100">
                <a:solidFill>
                  <a:srgbClr val="FFFFFF"/>
                </a:solidFill>
                <a:latin typeface="Pretendard SemiBold"/>
              </a:rPr>
              <a:t>PRESENTATION</a:t>
            </a:r>
          </a:p>
        </p:txBody>
      </p:sp>
      <p:grpSp>
        <p:nvGrpSpPr>
          <p:cNvPr id="9" name="Group 9">
            <a:extLst>
              <a:ext uri="{FF2B5EF4-FFF2-40B4-BE49-F238E27FC236}">
                <a16:creationId xmlns:a16="http://schemas.microsoft.com/office/drawing/2014/main" id="{3F4A5B79-05C8-44BC-45BE-24CB39F11CA7}"/>
              </a:ext>
            </a:extLst>
          </p:cNvPr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10" name="Picture 10">
            <a:extLst>
              <a:ext uri="{FF2B5EF4-FFF2-40B4-BE49-F238E27FC236}">
                <a16:creationId xmlns:a16="http://schemas.microsoft.com/office/drawing/2014/main" id="{BE0E40BF-BB7F-B989-60EA-D795A949104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76300" y="7797800"/>
            <a:ext cx="1790700" cy="533400"/>
          </a:xfrm>
          <a:prstGeom prst="rect">
            <a:avLst/>
          </a:prstGeom>
        </p:spPr>
      </p:pic>
      <p:sp>
        <p:nvSpPr>
          <p:cNvPr id="11" name="TextBox 11">
            <a:extLst>
              <a:ext uri="{FF2B5EF4-FFF2-40B4-BE49-F238E27FC236}">
                <a16:creationId xmlns:a16="http://schemas.microsoft.com/office/drawing/2014/main" id="{F7F4F7D9-DD35-9D69-74D6-72B8C772CC2B}"/>
              </a:ext>
            </a:extLst>
          </p:cNvPr>
          <p:cNvSpPr txBox="1"/>
          <p:nvPr/>
        </p:nvSpPr>
        <p:spPr>
          <a:xfrm>
            <a:off x="1206500" y="7886700"/>
            <a:ext cx="1143000" cy="330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32800"/>
              </a:lnSpc>
            </a:pPr>
            <a:r>
              <a:rPr lang="en-US" sz="1900" b="0" i="0" u="none" strike="noStrike">
                <a:solidFill>
                  <a:srgbClr val="004AB6"/>
                </a:solidFill>
                <a:latin typeface="Pretendard SemiBold"/>
              </a:rPr>
              <a:t>Chapter 3</a:t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4608F332-019D-F542-0852-0FFE563DA548}"/>
              </a:ext>
            </a:extLst>
          </p:cNvPr>
          <p:cNvSpPr txBox="1"/>
          <p:nvPr/>
        </p:nvSpPr>
        <p:spPr>
          <a:xfrm>
            <a:off x="2921000" y="7848600"/>
            <a:ext cx="3314700" cy="4191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ko-KR" sz="2300" b="0" i="0" u="none" strike="noStrike">
                <a:solidFill>
                  <a:srgbClr val="FFFFFF"/>
                </a:solidFill>
                <a:ea typeface="Pretendard SemiBold"/>
              </a:rPr>
              <a:t>그래프가</a:t>
            </a:r>
            <a:r>
              <a:rPr lang="en-US" sz="2300" b="0" i="0" u="none" strike="noStrike">
                <a:solidFill>
                  <a:srgbClr val="FFFFFF"/>
                </a:solidFill>
                <a:latin typeface="Pretendard SemiBold"/>
              </a:rPr>
              <a:t> </a:t>
            </a:r>
            <a:r>
              <a:rPr lang="ko-KR" sz="2300" b="0" i="0" u="none" strike="noStrike">
                <a:solidFill>
                  <a:srgbClr val="FFFFFF"/>
                </a:solidFill>
                <a:ea typeface="Pretendard SemiBold"/>
              </a:rPr>
              <a:t>있는</a:t>
            </a:r>
            <a:r>
              <a:rPr lang="en-US" sz="2300" b="0" i="0" u="none" strike="noStrike">
                <a:solidFill>
                  <a:srgbClr val="FFFFFF"/>
                </a:solidFill>
                <a:latin typeface="Pretendard SemiBold"/>
              </a:rPr>
              <a:t> </a:t>
            </a:r>
            <a:r>
              <a:rPr lang="ko-KR" sz="2300" b="0" i="0" u="none" strike="noStrike">
                <a:solidFill>
                  <a:srgbClr val="FFFFFF"/>
                </a:solidFill>
                <a:ea typeface="Pretendard SemiBold"/>
              </a:rPr>
              <a:t>레이아웃</a:t>
            </a:r>
          </a:p>
        </p:txBody>
      </p:sp>
      <p:pic>
        <p:nvPicPr>
          <p:cNvPr id="13" name="Picture 13">
            <a:extLst>
              <a:ext uri="{FF2B5EF4-FFF2-40B4-BE49-F238E27FC236}">
                <a16:creationId xmlns:a16="http://schemas.microsoft.com/office/drawing/2014/main" id="{28ED9F15-61E9-CBCE-5874-3335CB48188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6300" y="9448800"/>
            <a:ext cx="5245100" cy="25400"/>
          </a:xfrm>
          <a:prstGeom prst="rect">
            <a:avLst/>
          </a:prstGeom>
        </p:spPr>
      </p:pic>
      <p:grpSp>
        <p:nvGrpSpPr>
          <p:cNvPr id="14" name="Group 14">
            <a:extLst>
              <a:ext uri="{FF2B5EF4-FFF2-40B4-BE49-F238E27FC236}">
                <a16:creationId xmlns:a16="http://schemas.microsoft.com/office/drawing/2014/main" id="{19315991-489F-5D98-E072-526D2ED877BA}"/>
              </a:ext>
            </a:extLst>
          </p:cNvPr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15" name="Picture 15">
            <a:extLst>
              <a:ext uri="{FF2B5EF4-FFF2-40B4-BE49-F238E27FC236}">
                <a16:creationId xmlns:a16="http://schemas.microsoft.com/office/drawing/2014/main" id="{2FC069CC-024A-25F7-1F22-42739311C66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76300" y="8724900"/>
            <a:ext cx="1790700" cy="533400"/>
          </a:xfrm>
          <a:prstGeom prst="rect">
            <a:avLst/>
          </a:prstGeom>
        </p:spPr>
      </p:pic>
      <p:sp>
        <p:nvSpPr>
          <p:cNvPr id="16" name="TextBox 16">
            <a:extLst>
              <a:ext uri="{FF2B5EF4-FFF2-40B4-BE49-F238E27FC236}">
                <a16:creationId xmlns:a16="http://schemas.microsoft.com/office/drawing/2014/main" id="{363A8659-2182-BAC7-BD24-2B97B3A87648}"/>
              </a:ext>
            </a:extLst>
          </p:cNvPr>
          <p:cNvSpPr txBox="1"/>
          <p:nvPr/>
        </p:nvSpPr>
        <p:spPr>
          <a:xfrm>
            <a:off x="1206500" y="8813800"/>
            <a:ext cx="1143000" cy="330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32800"/>
              </a:lnSpc>
            </a:pPr>
            <a:r>
              <a:rPr lang="en-US" sz="1900" b="0" i="0" u="none" strike="noStrike">
                <a:solidFill>
                  <a:srgbClr val="004AB6"/>
                </a:solidFill>
                <a:latin typeface="Pretendard SemiBold"/>
              </a:rPr>
              <a:t>Chapter 4</a:t>
            </a:r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F9EA0C62-8A7D-7209-2C79-35A71F62EF57}"/>
              </a:ext>
            </a:extLst>
          </p:cNvPr>
          <p:cNvSpPr txBox="1"/>
          <p:nvPr/>
        </p:nvSpPr>
        <p:spPr>
          <a:xfrm>
            <a:off x="2921000" y="8775700"/>
            <a:ext cx="3314700" cy="4191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ko-KR" sz="2300" b="0" i="0" u="none" strike="noStrike">
                <a:solidFill>
                  <a:srgbClr val="FFFFFF"/>
                </a:solidFill>
                <a:ea typeface="Pretendard SemiBold"/>
              </a:rPr>
              <a:t>이미지가</a:t>
            </a:r>
            <a:r>
              <a:rPr lang="en-US" sz="2300" b="0" i="0" u="none" strike="noStrike">
                <a:solidFill>
                  <a:srgbClr val="FFFFFF"/>
                </a:solidFill>
                <a:latin typeface="Pretendard SemiBold"/>
              </a:rPr>
              <a:t> </a:t>
            </a:r>
            <a:r>
              <a:rPr lang="ko-KR" sz="2300" b="0" i="0" u="none" strike="noStrike">
                <a:solidFill>
                  <a:srgbClr val="FFFFFF"/>
                </a:solidFill>
                <a:ea typeface="Pretendard SemiBold"/>
              </a:rPr>
              <a:t>있는</a:t>
            </a:r>
            <a:r>
              <a:rPr lang="en-US" sz="2300" b="0" i="0" u="none" strike="noStrike">
                <a:solidFill>
                  <a:srgbClr val="FFFFFF"/>
                </a:solidFill>
                <a:latin typeface="Pretendard SemiBold"/>
              </a:rPr>
              <a:t> </a:t>
            </a:r>
            <a:r>
              <a:rPr lang="ko-KR" sz="2300" b="0" i="0" u="none" strike="noStrike">
                <a:solidFill>
                  <a:srgbClr val="FFFFFF"/>
                </a:solidFill>
                <a:ea typeface="Pretendard SemiBold"/>
              </a:rPr>
              <a:t>레이아웃</a:t>
            </a:r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AE8BA222-D5EF-2984-BBB4-D305E2E0ED94}"/>
              </a:ext>
            </a:extLst>
          </p:cNvPr>
          <p:cNvSpPr txBox="1"/>
          <p:nvPr/>
        </p:nvSpPr>
        <p:spPr>
          <a:xfrm>
            <a:off x="927100" y="5346700"/>
            <a:ext cx="7759700" cy="7493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16199"/>
              </a:lnSpc>
            </a:pPr>
            <a:r>
              <a:rPr lang="ko-KR" sz="2100" b="0" i="0" u="none" strike="noStrike">
                <a:solidFill>
                  <a:srgbClr val="FFFFFF"/>
                </a:solidFill>
                <a:ea typeface="Pretendard Light"/>
              </a:rPr>
              <a:t>이</a:t>
            </a:r>
            <a:r>
              <a:rPr lang="en-US" sz="2100" b="0" i="0" u="none" strike="noStrike">
                <a:solidFill>
                  <a:srgbClr val="FFFFFF"/>
                </a:solidFill>
                <a:latin typeface="Pretendard Light"/>
              </a:rPr>
              <a:t> </a:t>
            </a:r>
            <a:r>
              <a:rPr lang="ko-KR" sz="2100" b="0" i="0" u="none" strike="noStrike">
                <a:solidFill>
                  <a:srgbClr val="FFFFFF"/>
                </a:solidFill>
                <a:ea typeface="Pretendard Light"/>
              </a:rPr>
              <a:t>곳에</a:t>
            </a:r>
            <a:r>
              <a:rPr lang="en-US" sz="2100" b="0" i="0" u="none" strike="noStrike">
                <a:solidFill>
                  <a:srgbClr val="FFFFFF"/>
                </a:solidFill>
                <a:latin typeface="Pretendard Light"/>
              </a:rPr>
              <a:t> </a:t>
            </a:r>
            <a:r>
              <a:rPr lang="ko-KR" sz="2100" b="0" i="0" u="none" strike="noStrike">
                <a:solidFill>
                  <a:srgbClr val="FFFFFF"/>
                </a:solidFill>
                <a:ea typeface="Pretendard Light"/>
              </a:rPr>
              <a:t>해당하는</a:t>
            </a:r>
            <a:r>
              <a:rPr lang="en-US" sz="2100" b="0" i="0" u="none" strike="noStrike">
                <a:solidFill>
                  <a:srgbClr val="FFFFFF"/>
                </a:solidFill>
                <a:latin typeface="Pretendard Light"/>
              </a:rPr>
              <a:t> </a:t>
            </a:r>
            <a:r>
              <a:rPr lang="ko-KR" sz="2100" b="0" i="0" u="none" strike="noStrike">
                <a:solidFill>
                  <a:srgbClr val="FFFFFF"/>
                </a:solidFill>
                <a:ea typeface="Pretendard Light"/>
              </a:rPr>
              <a:t>제목과</a:t>
            </a:r>
            <a:r>
              <a:rPr lang="en-US" sz="2100" b="0" i="0" u="none" strike="noStrike">
                <a:solidFill>
                  <a:srgbClr val="FFFFFF"/>
                </a:solidFill>
                <a:latin typeface="Pretendard Light"/>
              </a:rPr>
              <a:t> </a:t>
            </a:r>
            <a:r>
              <a:rPr lang="ko-KR" sz="2100" b="0" i="0" u="none" strike="noStrike">
                <a:solidFill>
                  <a:srgbClr val="FFFFFF"/>
                </a:solidFill>
                <a:ea typeface="Pretendard Light"/>
              </a:rPr>
              <a:t>관련하여</a:t>
            </a:r>
            <a:r>
              <a:rPr lang="en-US" sz="2100" b="0" i="0" u="none" strike="noStrike">
                <a:solidFill>
                  <a:srgbClr val="FFFFFF"/>
                </a:solidFill>
                <a:latin typeface="Pretendard Light"/>
              </a:rPr>
              <a:t> </a:t>
            </a:r>
            <a:r>
              <a:rPr lang="ko-KR" sz="2100" b="0" i="0" u="none" strike="noStrike">
                <a:solidFill>
                  <a:srgbClr val="FFFFFF"/>
                </a:solidFill>
                <a:ea typeface="Pretendard Light"/>
              </a:rPr>
              <a:t>자세한</a:t>
            </a:r>
            <a:r>
              <a:rPr lang="en-US" sz="2100" b="0" i="0" u="none" strike="noStrike">
                <a:solidFill>
                  <a:srgbClr val="FFFFFF"/>
                </a:solidFill>
                <a:latin typeface="Pretendard Light"/>
              </a:rPr>
              <a:t> </a:t>
            </a:r>
            <a:r>
              <a:rPr lang="ko-KR" sz="2100" b="0" i="0" u="none" strike="noStrike">
                <a:solidFill>
                  <a:srgbClr val="FFFFFF"/>
                </a:solidFill>
                <a:ea typeface="Pretendard Light"/>
              </a:rPr>
              <a:t>설명을</a:t>
            </a:r>
            <a:r>
              <a:rPr lang="en-US" sz="2100" b="0" i="0" u="none" strike="noStrike">
                <a:solidFill>
                  <a:srgbClr val="FFFFFF"/>
                </a:solidFill>
                <a:latin typeface="Pretendard Light"/>
              </a:rPr>
              <a:t> </a:t>
            </a:r>
            <a:r>
              <a:rPr lang="ko-KR" sz="2100" b="0" i="0" u="none" strike="noStrike">
                <a:solidFill>
                  <a:srgbClr val="FFFFFF"/>
                </a:solidFill>
                <a:ea typeface="Pretendard Light"/>
              </a:rPr>
              <a:t>텍스트로</a:t>
            </a:r>
            <a:r>
              <a:rPr lang="en-US" sz="2100" b="0" i="0" u="none" strike="noStrike">
                <a:solidFill>
                  <a:srgbClr val="FFFFFF"/>
                </a:solidFill>
                <a:latin typeface="Pretendard Light"/>
              </a:rPr>
              <a:t> </a:t>
            </a:r>
            <a:r>
              <a:rPr lang="ko-KR" sz="2100" b="0" i="0" u="none" strike="noStrike">
                <a:solidFill>
                  <a:srgbClr val="FFFFFF"/>
                </a:solidFill>
                <a:ea typeface="Pretendard Light"/>
              </a:rPr>
              <a:t>입력해주세요</a:t>
            </a:r>
            <a:r>
              <a:rPr lang="en-US" sz="2100" b="0" i="0" u="none" strike="noStrike">
                <a:solidFill>
                  <a:srgbClr val="FFFFFF"/>
                </a:solidFill>
                <a:latin typeface="Pretendard Light"/>
              </a:rPr>
              <a:t>.</a:t>
            </a:r>
          </a:p>
          <a:p>
            <a:pPr lvl="0" algn="l">
              <a:lnSpc>
                <a:spcPct val="116199"/>
              </a:lnSpc>
            </a:pPr>
            <a:r>
              <a:rPr lang="ko-KR" sz="2100" b="0" i="0" u="none" strike="noStrike">
                <a:solidFill>
                  <a:srgbClr val="FFFFFF"/>
                </a:solidFill>
                <a:ea typeface="Pretendard Light"/>
              </a:rPr>
              <a:t>큰</a:t>
            </a:r>
            <a:r>
              <a:rPr lang="en-US" sz="2100" b="0" i="0" u="none" strike="noStrike">
                <a:solidFill>
                  <a:srgbClr val="FFFFFF"/>
                </a:solidFill>
                <a:latin typeface="Pretendard Light"/>
              </a:rPr>
              <a:t> </a:t>
            </a:r>
            <a:r>
              <a:rPr lang="ko-KR" sz="2100" b="0" i="0" u="none" strike="noStrike">
                <a:solidFill>
                  <a:srgbClr val="FFFFFF"/>
                </a:solidFill>
                <a:ea typeface="Pretendard Light"/>
              </a:rPr>
              <a:t>타이틀에</a:t>
            </a:r>
            <a:r>
              <a:rPr lang="en-US" sz="2100" b="0" i="0" u="none" strike="noStrike">
                <a:solidFill>
                  <a:srgbClr val="FFFFFF"/>
                </a:solidFill>
                <a:latin typeface="Pretendard Light"/>
              </a:rPr>
              <a:t> </a:t>
            </a:r>
            <a:r>
              <a:rPr lang="ko-KR" sz="2100" b="0" i="0" u="none" strike="noStrike">
                <a:solidFill>
                  <a:srgbClr val="FFFFFF"/>
                </a:solidFill>
                <a:ea typeface="Pretendard Light"/>
              </a:rPr>
              <a:t>대한</a:t>
            </a:r>
            <a:r>
              <a:rPr lang="en-US" sz="2100" b="0" i="0" u="none" strike="noStrike">
                <a:solidFill>
                  <a:srgbClr val="FFFFFF"/>
                </a:solidFill>
                <a:latin typeface="Pretendard Light"/>
              </a:rPr>
              <a:t> </a:t>
            </a:r>
            <a:r>
              <a:rPr lang="ko-KR" sz="2100" b="0" i="0" u="none" strike="noStrike">
                <a:solidFill>
                  <a:srgbClr val="FFFFFF"/>
                </a:solidFill>
                <a:ea typeface="Pretendard Light"/>
              </a:rPr>
              <a:t>설명</a:t>
            </a:r>
            <a:r>
              <a:rPr lang="en-US" sz="2100" b="0" i="0" u="none" strike="noStrike">
                <a:solidFill>
                  <a:srgbClr val="FFFFFF"/>
                </a:solidFill>
                <a:latin typeface="Pretendard Light"/>
              </a:rPr>
              <a:t> </a:t>
            </a:r>
            <a:r>
              <a:rPr lang="ko-KR" sz="2100" b="0" i="0" u="none" strike="noStrike">
                <a:solidFill>
                  <a:srgbClr val="FFFFFF"/>
                </a:solidFill>
                <a:ea typeface="Pretendard Light"/>
              </a:rPr>
              <a:t>또는</a:t>
            </a:r>
            <a:r>
              <a:rPr lang="en-US" sz="2100" b="0" i="0" u="none" strike="noStrike">
                <a:solidFill>
                  <a:srgbClr val="FFFFFF"/>
                </a:solidFill>
                <a:latin typeface="Pretendard Light"/>
              </a:rPr>
              <a:t> </a:t>
            </a:r>
            <a:r>
              <a:rPr lang="ko-KR" sz="2100" b="0" i="0" u="none" strike="noStrike">
                <a:solidFill>
                  <a:srgbClr val="FFFFFF"/>
                </a:solidFill>
                <a:ea typeface="Pretendard Light"/>
              </a:rPr>
              <a:t>세부키워드에</a:t>
            </a:r>
            <a:r>
              <a:rPr lang="en-US" sz="2100" b="0" i="0" u="none" strike="noStrike">
                <a:solidFill>
                  <a:srgbClr val="FFFFFF"/>
                </a:solidFill>
                <a:latin typeface="Pretendard Light"/>
              </a:rPr>
              <a:t> </a:t>
            </a:r>
            <a:r>
              <a:rPr lang="ko-KR" sz="2100" b="0" i="0" u="none" strike="noStrike">
                <a:solidFill>
                  <a:srgbClr val="FFFFFF"/>
                </a:solidFill>
                <a:ea typeface="Pretendard Light"/>
              </a:rPr>
              <a:t>대한</a:t>
            </a:r>
            <a:r>
              <a:rPr lang="en-US" sz="2100" b="0" i="0" u="none" strike="noStrike">
                <a:solidFill>
                  <a:srgbClr val="FFFFFF"/>
                </a:solidFill>
                <a:latin typeface="Pretendard Light"/>
              </a:rPr>
              <a:t> </a:t>
            </a:r>
            <a:r>
              <a:rPr lang="ko-KR" sz="2100" b="0" i="0" u="none" strike="noStrike">
                <a:solidFill>
                  <a:srgbClr val="FFFFFF"/>
                </a:solidFill>
                <a:ea typeface="Pretendard Light"/>
              </a:rPr>
              <a:t>내용을</a:t>
            </a:r>
            <a:r>
              <a:rPr lang="en-US" sz="2100" b="0" i="0" u="none" strike="noStrike">
                <a:solidFill>
                  <a:srgbClr val="FFFFFF"/>
                </a:solidFill>
                <a:latin typeface="Pretendard Light"/>
              </a:rPr>
              <a:t> </a:t>
            </a:r>
            <a:r>
              <a:rPr lang="ko-KR" sz="2100" b="0" i="0" u="none" strike="noStrike">
                <a:solidFill>
                  <a:srgbClr val="FFFFFF"/>
                </a:solidFill>
                <a:ea typeface="Pretendard Light"/>
              </a:rPr>
              <a:t>적어주세요</a:t>
            </a:r>
            <a:r>
              <a:rPr lang="en-US" sz="2100" b="0" i="0" u="none" strike="noStrike">
                <a:solidFill>
                  <a:srgbClr val="FFFFFF"/>
                </a:solidFill>
                <a:latin typeface="Pretendard Light"/>
              </a:rPr>
              <a:t>.</a:t>
            </a:r>
          </a:p>
        </p:txBody>
      </p:sp>
      <p:sp>
        <p:nvSpPr>
          <p:cNvPr id="19" name="TextBox 19">
            <a:extLst>
              <a:ext uri="{FF2B5EF4-FFF2-40B4-BE49-F238E27FC236}">
                <a16:creationId xmlns:a16="http://schemas.microsoft.com/office/drawing/2014/main" id="{0212C4E3-B399-527D-E9D7-5F048BF6C74B}"/>
              </a:ext>
            </a:extLst>
          </p:cNvPr>
          <p:cNvSpPr txBox="1"/>
          <p:nvPr/>
        </p:nvSpPr>
        <p:spPr>
          <a:xfrm>
            <a:off x="927100" y="1587500"/>
            <a:ext cx="2857500" cy="26289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83000"/>
              </a:lnSpc>
            </a:pPr>
            <a:r>
              <a:rPr lang="en-US" sz="14800" b="0" i="0" u="none" strike="noStrike" spc="-200" dirty="0">
                <a:solidFill>
                  <a:srgbClr val="ACCEFE"/>
                </a:solidFill>
                <a:latin typeface="Pretendard Bold"/>
              </a:rPr>
              <a:t>04</a:t>
            </a:r>
          </a:p>
        </p:txBody>
      </p:sp>
      <p:sp>
        <p:nvSpPr>
          <p:cNvPr id="20" name="TextBox 20">
            <a:extLst>
              <a:ext uri="{FF2B5EF4-FFF2-40B4-BE49-F238E27FC236}">
                <a16:creationId xmlns:a16="http://schemas.microsoft.com/office/drawing/2014/main" id="{A3F19798-7156-B8E2-99DE-DD1A37455D05}"/>
              </a:ext>
            </a:extLst>
          </p:cNvPr>
          <p:cNvSpPr txBox="1"/>
          <p:nvPr/>
        </p:nvSpPr>
        <p:spPr>
          <a:xfrm>
            <a:off x="927100" y="3911600"/>
            <a:ext cx="8343900" cy="11684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83000"/>
              </a:lnSpc>
            </a:pPr>
            <a:r>
              <a:rPr lang="en-US" altLang="ko-KR" sz="6600" b="0" i="0" u="none" strike="noStrike" dirty="0">
                <a:solidFill>
                  <a:srgbClr val="FFFFFF"/>
                </a:solidFill>
                <a:latin typeface="Hakgyoansim Chulseokbu TTF B" panose="020B0600000101010101" charset="-127"/>
                <a:ea typeface="Hakgyoansim Chulseokbu TTF B" panose="020B0600000101010101" charset="-127"/>
              </a:rPr>
              <a:t>AI</a:t>
            </a:r>
            <a:r>
              <a:rPr lang="ko-KR" altLang="en-US" sz="6600" b="0" i="0" u="none" strike="noStrike" dirty="0">
                <a:solidFill>
                  <a:srgbClr val="FFFFFF"/>
                </a:solidFill>
                <a:ea typeface="Hakgyoansim Chulseokbu TTF B"/>
              </a:rPr>
              <a:t>구현</a:t>
            </a:r>
          </a:p>
        </p:txBody>
      </p:sp>
    </p:spTree>
    <p:extLst>
      <p:ext uri="{BB962C8B-B14F-4D97-AF65-F5344CB8AC3E}">
        <p14:creationId xmlns:p14="http://schemas.microsoft.com/office/powerpoint/2010/main" val="356047436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4AB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83360E5-ACB7-3B36-068D-B338D7FE63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DE9ED7CA-6EA3-FB1B-65E6-778BFFA320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12928600" y="8648700"/>
            <a:ext cx="7150100" cy="3581400"/>
          </a:xfrm>
          <a:prstGeom prst="rect">
            <a:avLst/>
          </a:prstGeom>
        </p:spPr>
      </p:pic>
      <p:pic>
        <p:nvPicPr>
          <p:cNvPr id="3" name="Picture 3">
            <a:extLst>
              <a:ext uri="{FF2B5EF4-FFF2-40B4-BE49-F238E27FC236}">
                <a16:creationId xmlns:a16="http://schemas.microsoft.com/office/drawing/2014/main" id="{596C0206-6CFB-8E72-0C34-089DAAF9F0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-5400000">
            <a:off x="8928100" y="8128000"/>
            <a:ext cx="7150100" cy="4419600"/>
          </a:xfrm>
          <a:prstGeom prst="rect">
            <a:avLst/>
          </a:prstGeom>
        </p:spPr>
      </p:pic>
      <p:pic>
        <p:nvPicPr>
          <p:cNvPr id="4" name="Picture 4">
            <a:extLst>
              <a:ext uri="{FF2B5EF4-FFF2-40B4-BE49-F238E27FC236}">
                <a16:creationId xmlns:a16="http://schemas.microsoft.com/office/drawing/2014/main" id="{512106A0-7820-FFD9-7765-9B7567B98841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70000"/>
          </a:blip>
          <a:stretch>
            <a:fillRect/>
          </a:stretch>
        </p:blipFill>
        <p:spPr>
          <a:xfrm>
            <a:off x="10287000" y="5575300"/>
            <a:ext cx="635000" cy="635000"/>
          </a:xfrm>
          <a:prstGeom prst="rect">
            <a:avLst/>
          </a:prstGeom>
        </p:spPr>
      </p:pic>
      <p:pic>
        <p:nvPicPr>
          <p:cNvPr id="5" name="Picture 5">
            <a:extLst>
              <a:ext uri="{FF2B5EF4-FFF2-40B4-BE49-F238E27FC236}">
                <a16:creationId xmlns:a16="http://schemas.microsoft.com/office/drawing/2014/main" id="{E44E05B9-7067-AA96-8163-3BB7F5D0AE2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5400000">
            <a:off x="9055100" y="-9055100"/>
            <a:ext cx="241300" cy="18338800"/>
          </a:xfrm>
          <a:prstGeom prst="rect">
            <a:avLst/>
          </a:prstGeom>
        </p:spPr>
      </p:pic>
      <p:pic>
        <p:nvPicPr>
          <p:cNvPr id="6" name="Picture 6">
            <a:extLst>
              <a:ext uri="{FF2B5EF4-FFF2-40B4-BE49-F238E27FC236}">
                <a16:creationId xmlns:a16="http://schemas.microsoft.com/office/drawing/2014/main" id="{B1ECEA46-03D4-D4DA-870F-CF4DDD2D828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6300" y="8521700"/>
            <a:ext cx="5245100" cy="25400"/>
          </a:xfrm>
          <a:prstGeom prst="rect">
            <a:avLst/>
          </a:prstGeom>
        </p:spPr>
      </p:pic>
      <p:sp>
        <p:nvSpPr>
          <p:cNvPr id="7" name="TextBox 7">
            <a:extLst>
              <a:ext uri="{FF2B5EF4-FFF2-40B4-BE49-F238E27FC236}">
                <a16:creationId xmlns:a16="http://schemas.microsoft.com/office/drawing/2014/main" id="{FBBE4497-E2FB-ABA8-4838-65D44E3EAA53}"/>
              </a:ext>
            </a:extLst>
          </p:cNvPr>
          <p:cNvSpPr txBox="1"/>
          <p:nvPr/>
        </p:nvSpPr>
        <p:spPr>
          <a:xfrm>
            <a:off x="15595600" y="508000"/>
            <a:ext cx="2273300" cy="2540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r">
              <a:lnSpc>
                <a:spcPct val="124499"/>
              </a:lnSpc>
            </a:pPr>
            <a:r>
              <a:rPr lang="en-US" sz="1400" b="0" i="0" u="none" strike="noStrike" spc="100">
                <a:solidFill>
                  <a:srgbClr val="FFFFFF"/>
                </a:solidFill>
                <a:latin typeface="Pretendard SemiBold"/>
              </a:rPr>
              <a:t>MIRI COMPANY</a:t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B2A98BAE-27BA-34AB-DE76-BE152D8E7C77}"/>
              </a:ext>
            </a:extLst>
          </p:cNvPr>
          <p:cNvSpPr txBox="1"/>
          <p:nvPr/>
        </p:nvSpPr>
        <p:spPr>
          <a:xfrm>
            <a:off x="419100" y="508000"/>
            <a:ext cx="2273300" cy="2540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24499"/>
              </a:lnSpc>
            </a:pPr>
            <a:r>
              <a:rPr lang="en-US" sz="1400" b="0" i="0" u="none" strike="noStrike" spc="100">
                <a:solidFill>
                  <a:srgbClr val="FFFFFF"/>
                </a:solidFill>
                <a:latin typeface="Pretendard SemiBold"/>
              </a:rPr>
              <a:t>PRESENTATION</a:t>
            </a:r>
          </a:p>
        </p:txBody>
      </p:sp>
      <p:grpSp>
        <p:nvGrpSpPr>
          <p:cNvPr id="9" name="Group 9">
            <a:extLst>
              <a:ext uri="{FF2B5EF4-FFF2-40B4-BE49-F238E27FC236}">
                <a16:creationId xmlns:a16="http://schemas.microsoft.com/office/drawing/2014/main" id="{53CB1C99-E951-B147-E2FB-CF0E90668F30}"/>
              </a:ext>
            </a:extLst>
          </p:cNvPr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10" name="Picture 10">
            <a:extLst>
              <a:ext uri="{FF2B5EF4-FFF2-40B4-BE49-F238E27FC236}">
                <a16:creationId xmlns:a16="http://schemas.microsoft.com/office/drawing/2014/main" id="{7B1DB8C0-5D02-C1CF-9FBD-1A646D02FCC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76300" y="7797800"/>
            <a:ext cx="1790700" cy="533400"/>
          </a:xfrm>
          <a:prstGeom prst="rect">
            <a:avLst/>
          </a:prstGeom>
        </p:spPr>
      </p:pic>
      <p:sp>
        <p:nvSpPr>
          <p:cNvPr id="11" name="TextBox 11">
            <a:extLst>
              <a:ext uri="{FF2B5EF4-FFF2-40B4-BE49-F238E27FC236}">
                <a16:creationId xmlns:a16="http://schemas.microsoft.com/office/drawing/2014/main" id="{0D63CCE2-1D88-4551-8196-C63E45EAD330}"/>
              </a:ext>
            </a:extLst>
          </p:cNvPr>
          <p:cNvSpPr txBox="1"/>
          <p:nvPr/>
        </p:nvSpPr>
        <p:spPr>
          <a:xfrm>
            <a:off x="1206500" y="7886700"/>
            <a:ext cx="1143000" cy="330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32800"/>
              </a:lnSpc>
            </a:pPr>
            <a:r>
              <a:rPr lang="en-US" sz="1900" b="0" i="0" u="none" strike="noStrike">
                <a:solidFill>
                  <a:srgbClr val="004AB6"/>
                </a:solidFill>
                <a:latin typeface="Pretendard SemiBold"/>
              </a:rPr>
              <a:t>Chapter 3</a:t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C3FB884C-805B-571C-49C0-961FC18CB360}"/>
              </a:ext>
            </a:extLst>
          </p:cNvPr>
          <p:cNvSpPr txBox="1"/>
          <p:nvPr/>
        </p:nvSpPr>
        <p:spPr>
          <a:xfrm>
            <a:off x="2921000" y="7848600"/>
            <a:ext cx="3314700" cy="4191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ko-KR" sz="2300" b="0" i="0" u="none" strike="noStrike">
                <a:solidFill>
                  <a:srgbClr val="FFFFFF"/>
                </a:solidFill>
                <a:ea typeface="Pretendard SemiBold"/>
              </a:rPr>
              <a:t>그래프가</a:t>
            </a:r>
            <a:r>
              <a:rPr lang="en-US" sz="2300" b="0" i="0" u="none" strike="noStrike">
                <a:solidFill>
                  <a:srgbClr val="FFFFFF"/>
                </a:solidFill>
                <a:latin typeface="Pretendard SemiBold"/>
              </a:rPr>
              <a:t> </a:t>
            </a:r>
            <a:r>
              <a:rPr lang="ko-KR" sz="2300" b="0" i="0" u="none" strike="noStrike">
                <a:solidFill>
                  <a:srgbClr val="FFFFFF"/>
                </a:solidFill>
                <a:ea typeface="Pretendard SemiBold"/>
              </a:rPr>
              <a:t>있는</a:t>
            </a:r>
            <a:r>
              <a:rPr lang="en-US" sz="2300" b="0" i="0" u="none" strike="noStrike">
                <a:solidFill>
                  <a:srgbClr val="FFFFFF"/>
                </a:solidFill>
                <a:latin typeface="Pretendard SemiBold"/>
              </a:rPr>
              <a:t> </a:t>
            </a:r>
            <a:r>
              <a:rPr lang="ko-KR" sz="2300" b="0" i="0" u="none" strike="noStrike">
                <a:solidFill>
                  <a:srgbClr val="FFFFFF"/>
                </a:solidFill>
                <a:ea typeface="Pretendard SemiBold"/>
              </a:rPr>
              <a:t>레이아웃</a:t>
            </a:r>
          </a:p>
        </p:txBody>
      </p:sp>
      <p:pic>
        <p:nvPicPr>
          <p:cNvPr id="13" name="Picture 13">
            <a:extLst>
              <a:ext uri="{FF2B5EF4-FFF2-40B4-BE49-F238E27FC236}">
                <a16:creationId xmlns:a16="http://schemas.microsoft.com/office/drawing/2014/main" id="{07E8F25C-886A-F319-CE01-DC2D844368A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6300" y="9448800"/>
            <a:ext cx="5245100" cy="25400"/>
          </a:xfrm>
          <a:prstGeom prst="rect">
            <a:avLst/>
          </a:prstGeom>
        </p:spPr>
      </p:pic>
      <p:grpSp>
        <p:nvGrpSpPr>
          <p:cNvPr id="14" name="Group 14">
            <a:extLst>
              <a:ext uri="{FF2B5EF4-FFF2-40B4-BE49-F238E27FC236}">
                <a16:creationId xmlns:a16="http://schemas.microsoft.com/office/drawing/2014/main" id="{A239FDBE-3A84-C1DB-1E45-01AADF893278}"/>
              </a:ext>
            </a:extLst>
          </p:cNvPr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15" name="Picture 15">
            <a:extLst>
              <a:ext uri="{FF2B5EF4-FFF2-40B4-BE49-F238E27FC236}">
                <a16:creationId xmlns:a16="http://schemas.microsoft.com/office/drawing/2014/main" id="{4DA3CA5F-832A-A37C-A024-76D20263255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76300" y="8724900"/>
            <a:ext cx="1790700" cy="533400"/>
          </a:xfrm>
          <a:prstGeom prst="rect">
            <a:avLst/>
          </a:prstGeom>
        </p:spPr>
      </p:pic>
      <p:sp>
        <p:nvSpPr>
          <p:cNvPr id="16" name="TextBox 16">
            <a:extLst>
              <a:ext uri="{FF2B5EF4-FFF2-40B4-BE49-F238E27FC236}">
                <a16:creationId xmlns:a16="http://schemas.microsoft.com/office/drawing/2014/main" id="{CC99157B-BB92-64CB-0B21-10F88935F08C}"/>
              </a:ext>
            </a:extLst>
          </p:cNvPr>
          <p:cNvSpPr txBox="1"/>
          <p:nvPr/>
        </p:nvSpPr>
        <p:spPr>
          <a:xfrm>
            <a:off x="1206500" y="8813800"/>
            <a:ext cx="1143000" cy="330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32800"/>
              </a:lnSpc>
            </a:pPr>
            <a:r>
              <a:rPr lang="en-US" sz="1900" b="0" i="0" u="none" strike="noStrike">
                <a:solidFill>
                  <a:srgbClr val="004AB6"/>
                </a:solidFill>
                <a:latin typeface="Pretendard SemiBold"/>
              </a:rPr>
              <a:t>Chapter 4</a:t>
            </a:r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14FA5667-3D20-50EF-FFE2-FA60C7A8BA7A}"/>
              </a:ext>
            </a:extLst>
          </p:cNvPr>
          <p:cNvSpPr txBox="1"/>
          <p:nvPr/>
        </p:nvSpPr>
        <p:spPr>
          <a:xfrm>
            <a:off x="2921000" y="8775700"/>
            <a:ext cx="3314700" cy="4191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ko-KR" sz="2300" b="0" i="0" u="none" strike="noStrike">
                <a:solidFill>
                  <a:srgbClr val="FFFFFF"/>
                </a:solidFill>
                <a:ea typeface="Pretendard SemiBold"/>
              </a:rPr>
              <a:t>이미지가</a:t>
            </a:r>
            <a:r>
              <a:rPr lang="en-US" sz="2300" b="0" i="0" u="none" strike="noStrike">
                <a:solidFill>
                  <a:srgbClr val="FFFFFF"/>
                </a:solidFill>
                <a:latin typeface="Pretendard SemiBold"/>
              </a:rPr>
              <a:t> </a:t>
            </a:r>
            <a:r>
              <a:rPr lang="ko-KR" sz="2300" b="0" i="0" u="none" strike="noStrike">
                <a:solidFill>
                  <a:srgbClr val="FFFFFF"/>
                </a:solidFill>
                <a:ea typeface="Pretendard SemiBold"/>
              </a:rPr>
              <a:t>있는</a:t>
            </a:r>
            <a:r>
              <a:rPr lang="en-US" sz="2300" b="0" i="0" u="none" strike="noStrike">
                <a:solidFill>
                  <a:srgbClr val="FFFFFF"/>
                </a:solidFill>
                <a:latin typeface="Pretendard SemiBold"/>
              </a:rPr>
              <a:t> </a:t>
            </a:r>
            <a:r>
              <a:rPr lang="ko-KR" sz="2300" b="0" i="0" u="none" strike="noStrike">
                <a:solidFill>
                  <a:srgbClr val="FFFFFF"/>
                </a:solidFill>
                <a:ea typeface="Pretendard SemiBold"/>
              </a:rPr>
              <a:t>레이아웃</a:t>
            </a:r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E1261471-97A9-C3D5-B16B-6A39BAED9B49}"/>
              </a:ext>
            </a:extLst>
          </p:cNvPr>
          <p:cNvSpPr txBox="1"/>
          <p:nvPr/>
        </p:nvSpPr>
        <p:spPr>
          <a:xfrm>
            <a:off x="927100" y="5346700"/>
            <a:ext cx="7759700" cy="7493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16199"/>
              </a:lnSpc>
            </a:pPr>
            <a:r>
              <a:rPr lang="ko-KR" sz="2100" b="0" i="0" u="none" strike="noStrike">
                <a:solidFill>
                  <a:srgbClr val="FFFFFF"/>
                </a:solidFill>
                <a:ea typeface="Pretendard Light"/>
              </a:rPr>
              <a:t>이</a:t>
            </a:r>
            <a:r>
              <a:rPr lang="en-US" sz="2100" b="0" i="0" u="none" strike="noStrike">
                <a:solidFill>
                  <a:srgbClr val="FFFFFF"/>
                </a:solidFill>
                <a:latin typeface="Pretendard Light"/>
              </a:rPr>
              <a:t> </a:t>
            </a:r>
            <a:r>
              <a:rPr lang="ko-KR" sz="2100" b="0" i="0" u="none" strike="noStrike">
                <a:solidFill>
                  <a:srgbClr val="FFFFFF"/>
                </a:solidFill>
                <a:ea typeface="Pretendard Light"/>
              </a:rPr>
              <a:t>곳에</a:t>
            </a:r>
            <a:r>
              <a:rPr lang="en-US" sz="2100" b="0" i="0" u="none" strike="noStrike">
                <a:solidFill>
                  <a:srgbClr val="FFFFFF"/>
                </a:solidFill>
                <a:latin typeface="Pretendard Light"/>
              </a:rPr>
              <a:t> </a:t>
            </a:r>
            <a:r>
              <a:rPr lang="ko-KR" sz="2100" b="0" i="0" u="none" strike="noStrike">
                <a:solidFill>
                  <a:srgbClr val="FFFFFF"/>
                </a:solidFill>
                <a:ea typeface="Pretendard Light"/>
              </a:rPr>
              <a:t>해당하는</a:t>
            </a:r>
            <a:r>
              <a:rPr lang="en-US" sz="2100" b="0" i="0" u="none" strike="noStrike">
                <a:solidFill>
                  <a:srgbClr val="FFFFFF"/>
                </a:solidFill>
                <a:latin typeface="Pretendard Light"/>
              </a:rPr>
              <a:t> </a:t>
            </a:r>
            <a:r>
              <a:rPr lang="ko-KR" sz="2100" b="0" i="0" u="none" strike="noStrike">
                <a:solidFill>
                  <a:srgbClr val="FFFFFF"/>
                </a:solidFill>
                <a:ea typeface="Pretendard Light"/>
              </a:rPr>
              <a:t>제목과</a:t>
            </a:r>
            <a:r>
              <a:rPr lang="en-US" sz="2100" b="0" i="0" u="none" strike="noStrike">
                <a:solidFill>
                  <a:srgbClr val="FFFFFF"/>
                </a:solidFill>
                <a:latin typeface="Pretendard Light"/>
              </a:rPr>
              <a:t> </a:t>
            </a:r>
            <a:r>
              <a:rPr lang="ko-KR" sz="2100" b="0" i="0" u="none" strike="noStrike">
                <a:solidFill>
                  <a:srgbClr val="FFFFFF"/>
                </a:solidFill>
                <a:ea typeface="Pretendard Light"/>
              </a:rPr>
              <a:t>관련하여</a:t>
            </a:r>
            <a:r>
              <a:rPr lang="en-US" sz="2100" b="0" i="0" u="none" strike="noStrike">
                <a:solidFill>
                  <a:srgbClr val="FFFFFF"/>
                </a:solidFill>
                <a:latin typeface="Pretendard Light"/>
              </a:rPr>
              <a:t> </a:t>
            </a:r>
            <a:r>
              <a:rPr lang="ko-KR" sz="2100" b="0" i="0" u="none" strike="noStrike">
                <a:solidFill>
                  <a:srgbClr val="FFFFFF"/>
                </a:solidFill>
                <a:ea typeface="Pretendard Light"/>
              </a:rPr>
              <a:t>자세한</a:t>
            </a:r>
            <a:r>
              <a:rPr lang="en-US" sz="2100" b="0" i="0" u="none" strike="noStrike">
                <a:solidFill>
                  <a:srgbClr val="FFFFFF"/>
                </a:solidFill>
                <a:latin typeface="Pretendard Light"/>
              </a:rPr>
              <a:t> </a:t>
            </a:r>
            <a:r>
              <a:rPr lang="ko-KR" sz="2100" b="0" i="0" u="none" strike="noStrike">
                <a:solidFill>
                  <a:srgbClr val="FFFFFF"/>
                </a:solidFill>
                <a:ea typeface="Pretendard Light"/>
              </a:rPr>
              <a:t>설명을</a:t>
            </a:r>
            <a:r>
              <a:rPr lang="en-US" sz="2100" b="0" i="0" u="none" strike="noStrike">
                <a:solidFill>
                  <a:srgbClr val="FFFFFF"/>
                </a:solidFill>
                <a:latin typeface="Pretendard Light"/>
              </a:rPr>
              <a:t> </a:t>
            </a:r>
            <a:r>
              <a:rPr lang="ko-KR" sz="2100" b="0" i="0" u="none" strike="noStrike">
                <a:solidFill>
                  <a:srgbClr val="FFFFFF"/>
                </a:solidFill>
                <a:ea typeface="Pretendard Light"/>
              </a:rPr>
              <a:t>텍스트로</a:t>
            </a:r>
            <a:r>
              <a:rPr lang="en-US" sz="2100" b="0" i="0" u="none" strike="noStrike">
                <a:solidFill>
                  <a:srgbClr val="FFFFFF"/>
                </a:solidFill>
                <a:latin typeface="Pretendard Light"/>
              </a:rPr>
              <a:t> </a:t>
            </a:r>
            <a:r>
              <a:rPr lang="ko-KR" sz="2100" b="0" i="0" u="none" strike="noStrike">
                <a:solidFill>
                  <a:srgbClr val="FFFFFF"/>
                </a:solidFill>
                <a:ea typeface="Pretendard Light"/>
              </a:rPr>
              <a:t>입력해주세요</a:t>
            </a:r>
            <a:r>
              <a:rPr lang="en-US" sz="2100" b="0" i="0" u="none" strike="noStrike">
                <a:solidFill>
                  <a:srgbClr val="FFFFFF"/>
                </a:solidFill>
                <a:latin typeface="Pretendard Light"/>
              </a:rPr>
              <a:t>.</a:t>
            </a:r>
          </a:p>
          <a:p>
            <a:pPr lvl="0" algn="l">
              <a:lnSpc>
                <a:spcPct val="116199"/>
              </a:lnSpc>
            </a:pPr>
            <a:r>
              <a:rPr lang="ko-KR" sz="2100" b="0" i="0" u="none" strike="noStrike">
                <a:solidFill>
                  <a:srgbClr val="FFFFFF"/>
                </a:solidFill>
                <a:ea typeface="Pretendard Light"/>
              </a:rPr>
              <a:t>큰</a:t>
            </a:r>
            <a:r>
              <a:rPr lang="en-US" sz="2100" b="0" i="0" u="none" strike="noStrike">
                <a:solidFill>
                  <a:srgbClr val="FFFFFF"/>
                </a:solidFill>
                <a:latin typeface="Pretendard Light"/>
              </a:rPr>
              <a:t> </a:t>
            </a:r>
            <a:r>
              <a:rPr lang="ko-KR" sz="2100" b="0" i="0" u="none" strike="noStrike">
                <a:solidFill>
                  <a:srgbClr val="FFFFFF"/>
                </a:solidFill>
                <a:ea typeface="Pretendard Light"/>
              </a:rPr>
              <a:t>타이틀에</a:t>
            </a:r>
            <a:r>
              <a:rPr lang="en-US" sz="2100" b="0" i="0" u="none" strike="noStrike">
                <a:solidFill>
                  <a:srgbClr val="FFFFFF"/>
                </a:solidFill>
                <a:latin typeface="Pretendard Light"/>
              </a:rPr>
              <a:t> </a:t>
            </a:r>
            <a:r>
              <a:rPr lang="ko-KR" sz="2100" b="0" i="0" u="none" strike="noStrike">
                <a:solidFill>
                  <a:srgbClr val="FFFFFF"/>
                </a:solidFill>
                <a:ea typeface="Pretendard Light"/>
              </a:rPr>
              <a:t>대한</a:t>
            </a:r>
            <a:r>
              <a:rPr lang="en-US" sz="2100" b="0" i="0" u="none" strike="noStrike">
                <a:solidFill>
                  <a:srgbClr val="FFFFFF"/>
                </a:solidFill>
                <a:latin typeface="Pretendard Light"/>
              </a:rPr>
              <a:t> </a:t>
            </a:r>
            <a:r>
              <a:rPr lang="ko-KR" sz="2100" b="0" i="0" u="none" strike="noStrike">
                <a:solidFill>
                  <a:srgbClr val="FFFFFF"/>
                </a:solidFill>
                <a:ea typeface="Pretendard Light"/>
              </a:rPr>
              <a:t>설명</a:t>
            </a:r>
            <a:r>
              <a:rPr lang="en-US" sz="2100" b="0" i="0" u="none" strike="noStrike">
                <a:solidFill>
                  <a:srgbClr val="FFFFFF"/>
                </a:solidFill>
                <a:latin typeface="Pretendard Light"/>
              </a:rPr>
              <a:t> </a:t>
            </a:r>
            <a:r>
              <a:rPr lang="ko-KR" sz="2100" b="0" i="0" u="none" strike="noStrike">
                <a:solidFill>
                  <a:srgbClr val="FFFFFF"/>
                </a:solidFill>
                <a:ea typeface="Pretendard Light"/>
              </a:rPr>
              <a:t>또는</a:t>
            </a:r>
            <a:r>
              <a:rPr lang="en-US" sz="2100" b="0" i="0" u="none" strike="noStrike">
                <a:solidFill>
                  <a:srgbClr val="FFFFFF"/>
                </a:solidFill>
                <a:latin typeface="Pretendard Light"/>
              </a:rPr>
              <a:t> </a:t>
            </a:r>
            <a:r>
              <a:rPr lang="ko-KR" sz="2100" b="0" i="0" u="none" strike="noStrike">
                <a:solidFill>
                  <a:srgbClr val="FFFFFF"/>
                </a:solidFill>
                <a:ea typeface="Pretendard Light"/>
              </a:rPr>
              <a:t>세부키워드에</a:t>
            </a:r>
            <a:r>
              <a:rPr lang="en-US" sz="2100" b="0" i="0" u="none" strike="noStrike">
                <a:solidFill>
                  <a:srgbClr val="FFFFFF"/>
                </a:solidFill>
                <a:latin typeface="Pretendard Light"/>
              </a:rPr>
              <a:t> </a:t>
            </a:r>
            <a:r>
              <a:rPr lang="ko-KR" sz="2100" b="0" i="0" u="none" strike="noStrike">
                <a:solidFill>
                  <a:srgbClr val="FFFFFF"/>
                </a:solidFill>
                <a:ea typeface="Pretendard Light"/>
              </a:rPr>
              <a:t>대한</a:t>
            </a:r>
            <a:r>
              <a:rPr lang="en-US" sz="2100" b="0" i="0" u="none" strike="noStrike">
                <a:solidFill>
                  <a:srgbClr val="FFFFFF"/>
                </a:solidFill>
                <a:latin typeface="Pretendard Light"/>
              </a:rPr>
              <a:t> </a:t>
            </a:r>
            <a:r>
              <a:rPr lang="ko-KR" sz="2100" b="0" i="0" u="none" strike="noStrike">
                <a:solidFill>
                  <a:srgbClr val="FFFFFF"/>
                </a:solidFill>
                <a:ea typeface="Pretendard Light"/>
              </a:rPr>
              <a:t>내용을</a:t>
            </a:r>
            <a:r>
              <a:rPr lang="en-US" sz="2100" b="0" i="0" u="none" strike="noStrike">
                <a:solidFill>
                  <a:srgbClr val="FFFFFF"/>
                </a:solidFill>
                <a:latin typeface="Pretendard Light"/>
              </a:rPr>
              <a:t> </a:t>
            </a:r>
            <a:r>
              <a:rPr lang="ko-KR" sz="2100" b="0" i="0" u="none" strike="noStrike">
                <a:solidFill>
                  <a:srgbClr val="FFFFFF"/>
                </a:solidFill>
                <a:ea typeface="Pretendard Light"/>
              </a:rPr>
              <a:t>적어주세요</a:t>
            </a:r>
            <a:r>
              <a:rPr lang="en-US" sz="2100" b="0" i="0" u="none" strike="noStrike">
                <a:solidFill>
                  <a:srgbClr val="FFFFFF"/>
                </a:solidFill>
                <a:latin typeface="Pretendard Light"/>
              </a:rPr>
              <a:t>.</a:t>
            </a:r>
          </a:p>
        </p:txBody>
      </p:sp>
      <p:sp>
        <p:nvSpPr>
          <p:cNvPr id="19" name="TextBox 19">
            <a:extLst>
              <a:ext uri="{FF2B5EF4-FFF2-40B4-BE49-F238E27FC236}">
                <a16:creationId xmlns:a16="http://schemas.microsoft.com/office/drawing/2014/main" id="{0AC359D5-48B5-D9D5-7115-73702987F0E7}"/>
              </a:ext>
            </a:extLst>
          </p:cNvPr>
          <p:cNvSpPr txBox="1"/>
          <p:nvPr/>
        </p:nvSpPr>
        <p:spPr>
          <a:xfrm>
            <a:off x="927100" y="1587500"/>
            <a:ext cx="2857500" cy="26289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83000"/>
              </a:lnSpc>
            </a:pPr>
            <a:r>
              <a:rPr lang="en-US" sz="14800" b="0" i="0" u="none" strike="noStrike" spc="-200" dirty="0">
                <a:solidFill>
                  <a:srgbClr val="ACCEFE"/>
                </a:solidFill>
                <a:latin typeface="Pretendard Bold"/>
              </a:rPr>
              <a:t>05</a:t>
            </a:r>
          </a:p>
        </p:txBody>
      </p:sp>
      <p:sp>
        <p:nvSpPr>
          <p:cNvPr id="20" name="TextBox 20">
            <a:extLst>
              <a:ext uri="{FF2B5EF4-FFF2-40B4-BE49-F238E27FC236}">
                <a16:creationId xmlns:a16="http://schemas.microsoft.com/office/drawing/2014/main" id="{8B9D8ACB-7352-391A-7BA8-85557D530469}"/>
              </a:ext>
            </a:extLst>
          </p:cNvPr>
          <p:cNvSpPr txBox="1"/>
          <p:nvPr/>
        </p:nvSpPr>
        <p:spPr>
          <a:xfrm>
            <a:off x="927100" y="3911600"/>
            <a:ext cx="8343900" cy="11684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83000"/>
              </a:lnSpc>
            </a:pPr>
            <a:r>
              <a:rPr lang="ko-KR" altLang="en-US" sz="6600" b="0" i="0" u="none" strike="noStrike" dirty="0">
                <a:solidFill>
                  <a:srgbClr val="FFFFFF"/>
                </a:solidFill>
                <a:latin typeface="Hakgyoansim Chulseokbu TTF B" panose="020B0600000101010101" charset="-127"/>
                <a:ea typeface="Hakgyoansim Chulseokbu TTF B" panose="020B0600000101010101" charset="-127"/>
              </a:rPr>
              <a:t>웹 서비스 구현</a:t>
            </a:r>
          </a:p>
        </p:txBody>
      </p:sp>
    </p:spTree>
    <p:extLst>
      <p:ext uri="{BB962C8B-B14F-4D97-AF65-F5344CB8AC3E}">
        <p14:creationId xmlns:p14="http://schemas.microsoft.com/office/powerpoint/2010/main" val="370391002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4AB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3DE524C-8FDB-AE56-77AA-663EAA44A1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6F344304-3291-4DBC-C821-7643DC6376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12928600" y="8648700"/>
            <a:ext cx="7150100" cy="3581400"/>
          </a:xfrm>
          <a:prstGeom prst="rect">
            <a:avLst/>
          </a:prstGeom>
        </p:spPr>
      </p:pic>
      <p:pic>
        <p:nvPicPr>
          <p:cNvPr id="3" name="Picture 3">
            <a:extLst>
              <a:ext uri="{FF2B5EF4-FFF2-40B4-BE49-F238E27FC236}">
                <a16:creationId xmlns:a16="http://schemas.microsoft.com/office/drawing/2014/main" id="{ED332CDE-4DC5-E828-E942-B7F2A8BC06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-5400000">
            <a:off x="8928100" y="8128000"/>
            <a:ext cx="7150100" cy="4419600"/>
          </a:xfrm>
          <a:prstGeom prst="rect">
            <a:avLst/>
          </a:prstGeom>
        </p:spPr>
      </p:pic>
      <p:pic>
        <p:nvPicPr>
          <p:cNvPr id="4" name="Picture 4">
            <a:extLst>
              <a:ext uri="{FF2B5EF4-FFF2-40B4-BE49-F238E27FC236}">
                <a16:creationId xmlns:a16="http://schemas.microsoft.com/office/drawing/2014/main" id="{214F0B50-E6C7-DCC9-9DBB-77F3F2E8A521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70000"/>
          </a:blip>
          <a:stretch>
            <a:fillRect/>
          </a:stretch>
        </p:blipFill>
        <p:spPr>
          <a:xfrm>
            <a:off x="10287000" y="5575300"/>
            <a:ext cx="635000" cy="635000"/>
          </a:xfrm>
          <a:prstGeom prst="rect">
            <a:avLst/>
          </a:prstGeom>
        </p:spPr>
      </p:pic>
      <p:pic>
        <p:nvPicPr>
          <p:cNvPr id="5" name="Picture 5">
            <a:extLst>
              <a:ext uri="{FF2B5EF4-FFF2-40B4-BE49-F238E27FC236}">
                <a16:creationId xmlns:a16="http://schemas.microsoft.com/office/drawing/2014/main" id="{B427D4AA-3377-0759-7BC0-339BD0C5E5D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5400000">
            <a:off x="9055100" y="-9055100"/>
            <a:ext cx="241300" cy="18338800"/>
          </a:xfrm>
          <a:prstGeom prst="rect">
            <a:avLst/>
          </a:prstGeom>
        </p:spPr>
      </p:pic>
      <p:pic>
        <p:nvPicPr>
          <p:cNvPr id="6" name="Picture 6">
            <a:extLst>
              <a:ext uri="{FF2B5EF4-FFF2-40B4-BE49-F238E27FC236}">
                <a16:creationId xmlns:a16="http://schemas.microsoft.com/office/drawing/2014/main" id="{14495EEC-DE48-5501-C312-9CF490C3591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6300" y="8521700"/>
            <a:ext cx="5245100" cy="25400"/>
          </a:xfrm>
          <a:prstGeom prst="rect">
            <a:avLst/>
          </a:prstGeom>
        </p:spPr>
      </p:pic>
      <p:sp>
        <p:nvSpPr>
          <p:cNvPr id="7" name="TextBox 7">
            <a:extLst>
              <a:ext uri="{FF2B5EF4-FFF2-40B4-BE49-F238E27FC236}">
                <a16:creationId xmlns:a16="http://schemas.microsoft.com/office/drawing/2014/main" id="{C6D806A8-CF5C-D19C-9165-053CE2366DEC}"/>
              </a:ext>
            </a:extLst>
          </p:cNvPr>
          <p:cNvSpPr txBox="1"/>
          <p:nvPr/>
        </p:nvSpPr>
        <p:spPr>
          <a:xfrm>
            <a:off x="15595600" y="508000"/>
            <a:ext cx="2273300" cy="2540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r">
              <a:lnSpc>
                <a:spcPct val="124499"/>
              </a:lnSpc>
            </a:pPr>
            <a:r>
              <a:rPr lang="en-US" sz="1400" b="0" i="0" u="none" strike="noStrike" spc="100">
                <a:solidFill>
                  <a:srgbClr val="FFFFFF"/>
                </a:solidFill>
                <a:latin typeface="Pretendard SemiBold"/>
              </a:rPr>
              <a:t>MIRI COMPANY</a:t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E10040EB-0CAF-4C81-F52C-68811DA99DE4}"/>
              </a:ext>
            </a:extLst>
          </p:cNvPr>
          <p:cNvSpPr txBox="1"/>
          <p:nvPr/>
        </p:nvSpPr>
        <p:spPr>
          <a:xfrm>
            <a:off x="419100" y="508000"/>
            <a:ext cx="2273300" cy="2540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24499"/>
              </a:lnSpc>
            </a:pPr>
            <a:r>
              <a:rPr lang="en-US" sz="1400" b="0" i="0" u="none" strike="noStrike" spc="100">
                <a:solidFill>
                  <a:srgbClr val="FFFFFF"/>
                </a:solidFill>
                <a:latin typeface="Pretendard SemiBold"/>
              </a:rPr>
              <a:t>PRESENTATION</a:t>
            </a:r>
          </a:p>
        </p:txBody>
      </p:sp>
      <p:grpSp>
        <p:nvGrpSpPr>
          <p:cNvPr id="9" name="Group 9">
            <a:extLst>
              <a:ext uri="{FF2B5EF4-FFF2-40B4-BE49-F238E27FC236}">
                <a16:creationId xmlns:a16="http://schemas.microsoft.com/office/drawing/2014/main" id="{C178A7D8-0497-A311-3F51-C3502642BE15}"/>
              </a:ext>
            </a:extLst>
          </p:cNvPr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10" name="Picture 10">
            <a:extLst>
              <a:ext uri="{FF2B5EF4-FFF2-40B4-BE49-F238E27FC236}">
                <a16:creationId xmlns:a16="http://schemas.microsoft.com/office/drawing/2014/main" id="{01A84E78-A1A6-2912-C588-7C6BFA4B149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76300" y="7797800"/>
            <a:ext cx="1790700" cy="533400"/>
          </a:xfrm>
          <a:prstGeom prst="rect">
            <a:avLst/>
          </a:prstGeom>
        </p:spPr>
      </p:pic>
      <p:sp>
        <p:nvSpPr>
          <p:cNvPr id="11" name="TextBox 11">
            <a:extLst>
              <a:ext uri="{FF2B5EF4-FFF2-40B4-BE49-F238E27FC236}">
                <a16:creationId xmlns:a16="http://schemas.microsoft.com/office/drawing/2014/main" id="{3B743F12-FA29-4FA7-588B-60B336B3B309}"/>
              </a:ext>
            </a:extLst>
          </p:cNvPr>
          <p:cNvSpPr txBox="1"/>
          <p:nvPr/>
        </p:nvSpPr>
        <p:spPr>
          <a:xfrm>
            <a:off x="1206500" y="7886700"/>
            <a:ext cx="1143000" cy="330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32800"/>
              </a:lnSpc>
            </a:pPr>
            <a:r>
              <a:rPr lang="en-US" sz="1900" b="0" i="0" u="none" strike="noStrike">
                <a:solidFill>
                  <a:srgbClr val="004AB6"/>
                </a:solidFill>
                <a:latin typeface="Pretendard SemiBold"/>
              </a:rPr>
              <a:t>Chapter 3</a:t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711BF08C-0AA2-3944-33DD-D891B39AE611}"/>
              </a:ext>
            </a:extLst>
          </p:cNvPr>
          <p:cNvSpPr txBox="1"/>
          <p:nvPr/>
        </p:nvSpPr>
        <p:spPr>
          <a:xfrm>
            <a:off x="2921000" y="7848600"/>
            <a:ext cx="3314700" cy="4191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ko-KR" sz="2300" b="0" i="0" u="none" strike="noStrike">
                <a:solidFill>
                  <a:srgbClr val="FFFFFF"/>
                </a:solidFill>
                <a:ea typeface="Pretendard SemiBold"/>
              </a:rPr>
              <a:t>그래프가</a:t>
            </a:r>
            <a:r>
              <a:rPr lang="en-US" sz="2300" b="0" i="0" u="none" strike="noStrike">
                <a:solidFill>
                  <a:srgbClr val="FFFFFF"/>
                </a:solidFill>
                <a:latin typeface="Pretendard SemiBold"/>
              </a:rPr>
              <a:t> </a:t>
            </a:r>
            <a:r>
              <a:rPr lang="ko-KR" sz="2300" b="0" i="0" u="none" strike="noStrike">
                <a:solidFill>
                  <a:srgbClr val="FFFFFF"/>
                </a:solidFill>
                <a:ea typeface="Pretendard SemiBold"/>
              </a:rPr>
              <a:t>있는</a:t>
            </a:r>
            <a:r>
              <a:rPr lang="en-US" sz="2300" b="0" i="0" u="none" strike="noStrike">
                <a:solidFill>
                  <a:srgbClr val="FFFFFF"/>
                </a:solidFill>
                <a:latin typeface="Pretendard SemiBold"/>
              </a:rPr>
              <a:t> </a:t>
            </a:r>
            <a:r>
              <a:rPr lang="ko-KR" sz="2300" b="0" i="0" u="none" strike="noStrike">
                <a:solidFill>
                  <a:srgbClr val="FFFFFF"/>
                </a:solidFill>
                <a:ea typeface="Pretendard SemiBold"/>
              </a:rPr>
              <a:t>레이아웃</a:t>
            </a:r>
          </a:p>
        </p:txBody>
      </p:sp>
      <p:pic>
        <p:nvPicPr>
          <p:cNvPr id="13" name="Picture 13">
            <a:extLst>
              <a:ext uri="{FF2B5EF4-FFF2-40B4-BE49-F238E27FC236}">
                <a16:creationId xmlns:a16="http://schemas.microsoft.com/office/drawing/2014/main" id="{BD3B5DFE-7DB2-86EB-8803-3EEDB58C978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6300" y="9448800"/>
            <a:ext cx="5245100" cy="25400"/>
          </a:xfrm>
          <a:prstGeom prst="rect">
            <a:avLst/>
          </a:prstGeom>
        </p:spPr>
      </p:pic>
      <p:grpSp>
        <p:nvGrpSpPr>
          <p:cNvPr id="14" name="Group 14">
            <a:extLst>
              <a:ext uri="{FF2B5EF4-FFF2-40B4-BE49-F238E27FC236}">
                <a16:creationId xmlns:a16="http://schemas.microsoft.com/office/drawing/2014/main" id="{C933F838-BED6-3BBA-D638-E5A7D7E0FA80}"/>
              </a:ext>
            </a:extLst>
          </p:cNvPr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15" name="Picture 15">
            <a:extLst>
              <a:ext uri="{FF2B5EF4-FFF2-40B4-BE49-F238E27FC236}">
                <a16:creationId xmlns:a16="http://schemas.microsoft.com/office/drawing/2014/main" id="{CDA99FEE-6F9F-203D-050E-4EE8990ADE0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76300" y="8724900"/>
            <a:ext cx="1790700" cy="533400"/>
          </a:xfrm>
          <a:prstGeom prst="rect">
            <a:avLst/>
          </a:prstGeom>
        </p:spPr>
      </p:pic>
      <p:sp>
        <p:nvSpPr>
          <p:cNvPr id="16" name="TextBox 16">
            <a:extLst>
              <a:ext uri="{FF2B5EF4-FFF2-40B4-BE49-F238E27FC236}">
                <a16:creationId xmlns:a16="http://schemas.microsoft.com/office/drawing/2014/main" id="{20C8E4D5-03C4-3DC7-39F7-9A7D55D1AD90}"/>
              </a:ext>
            </a:extLst>
          </p:cNvPr>
          <p:cNvSpPr txBox="1"/>
          <p:nvPr/>
        </p:nvSpPr>
        <p:spPr>
          <a:xfrm>
            <a:off x="1206500" y="8813800"/>
            <a:ext cx="1143000" cy="330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32800"/>
              </a:lnSpc>
            </a:pPr>
            <a:r>
              <a:rPr lang="en-US" sz="1900" b="0" i="0" u="none" strike="noStrike">
                <a:solidFill>
                  <a:srgbClr val="004AB6"/>
                </a:solidFill>
                <a:latin typeface="Pretendard SemiBold"/>
              </a:rPr>
              <a:t>Chapter 4</a:t>
            </a:r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77D4128A-17E5-AABC-3311-E7F4C4E8FC7A}"/>
              </a:ext>
            </a:extLst>
          </p:cNvPr>
          <p:cNvSpPr txBox="1"/>
          <p:nvPr/>
        </p:nvSpPr>
        <p:spPr>
          <a:xfrm>
            <a:off x="2921000" y="8775700"/>
            <a:ext cx="3314700" cy="4191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ko-KR" sz="2300" b="0" i="0" u="none" strike="noStrike">
                <a:solidFill>
                  <a:srgbClr val="FFFFFF"/>
                </a:solidFill>
                <a:ea typeface="Pretendard SemiBold"/>
              </a:rPr>
              <a:t>이미지가</a:t>
            </a:r>
            <a:r>
              <a:rPr lang="en-US" sz="2300" b="0" i="0" u="none" strike="noStrike">
                <a:solidFill>
                  <a:srgbClr val="FFFFFF"/>
                </a:solidFill>
                <a:latin typeface="Pretendard SemiBold"/>
              </a:rPr>
              <a:t> </a:t>
            </a:r>
            <a:r>
              <a:rPr lang="ko-KR" sz="2300" b="0" i="0" u="none" strike="noStrike">
                <a:solidFill>
                  <a:srgbClr val="FFFFFF"/>
                </a:solidFill>
                <a:ea typeface="Pretendard SemiBold"/>
              </a:rPr>
              <a:t>있는</a:t>
            </a:r>
            <a:r>
              <a:rPr lang="en-US" sz="2300" b="0" i="0" u="none" strike="noStrike">
                <a:solidFill>
                  <a:srgbClr val="FFFFFF"/>
                </a:solidFill>
                <a:latin typeface="Pretendard SemiBold"/>
              </a:rPr>
              <a:t> </a:t>
            </a:r>
            <a:r>
              <a:rPr lang="ko-KR" sz="2300" b="0" i="0" u="none" strike="noStrike">
                <a:solidFill>
                  <a:srgbClr val="FFFFFF"/>
                </a:solidFill>
                <a:ea typeface="Pretendard SemiBold"/>
              </a:rPr>
              <a:t>레이아웃</a:t>
            </a:r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A4F0B178-5608-F846-6D1D-118EFDF58775}"/>
              </a:ext>
            </a:extLst>
          </p:cNvPr>
          <p:cNvSpPr txBox="1"/>
          <p:nvPr/>
        </p:nvSpPr>
        <p:spPr>
          <a:xfrm>
            <a:off x="927100" y="5346700"/>
            <a:ext cx="7759700" cy="7493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16199"/>
              </a:lnSpc>
            </a:pPr>
            <a:r>
              <a:rPr lang="ko-KR" sz="2100" b="0" i="0" u="none" strike="noStrike">
                <a:solidFill>
                  <a:srgbClr val="FFFFFF"/>
                </a:solidFill>
                <a:ea typeface="Pretendard Light"/>
              </a:rPr>
              <a:t>이</a:t>
            </a:r>
            <a:r>
              <a:rPr lang="en-US" sz="2100" b="0" i="0" u="none" strike="noStrike">
                <a:solidFill>
                  <a:srgbClr val="FFFFFF"/>
                </a:solidFill>
                <a:latin typeface="Pretendard Light"/>
              </a:rPr>
              <a:t> </a:t>
            </a:r>
            <a:r>
              <a:rPr lang="ko-KR" sz="2100" b="0" i="0" u="none" strike="noStrike">
                <a:solidFill>
                  <a:srgbClr val="FFFFFF"/>
                </a:solidFill>
                <a:ea typeface="Pretendard Light"/>
              </a:rPr>
              <a:t>곳에</a:t>
            </a:r>
            <a:r>
              <a:rPr lang="en-US" sz="2100" b="0" i="0" u="none" strike="noStrike">
                <a:solidFill>
                  <a:srgbClr val="FFFFFF"/>
                </a:solidFill>
                <a:latin typeface="Pretendard Light"/>
              </a:rPr>
              <a:t> </a:t>
            </a:r>
            <a:r>
              <a:rPr lang="ko-KR" sz="2100" b="0" i="0" u="none" strike="noStrike">
                <a:solidFill>
                  <a:srgbClr val="FFFFFF"/>
                </a:solidFill>
                <a:ea typeface="Pretendard Light"/>
              </a:rPr>
              <a:t>해당하는</a:t>
            </a:r>
            <a:r>
              <a:rPr lang="en-US" sz="2100" b="0" i="0" u="none" strike="noStrike">
                <a:solidFill>
                  <a:srgbClr val="FFFFFF"/>
                </a:solidFill>
                <a:latin typeface="Pretendard Light"/>
              </a:rPr>
              <a:t> </a:t>
            </a:r>
            <a:r>
              <a:rPr lang="ko-KR" sz="2100" b="0" i="0" u="none" strike="noStrike">
                <a:solidFill>
                  <a:srgbClr val="FFFFFF"/>
                </a:solidFill>
                <a:ea typeface="Pretendard Light"/>
              </a:rPr>
              <a:t>제목과</a:t>
            </a:r>
            <a:r>
              <a:rPr lang="en-US" sz="2100" b="0" i="0" u="none" strike="noStrike">
                <a:solidFill>
                  <a:srgbClr val="FFFFFF"/>
                </a:solidFill>
                <a:latin typeface="Pretendard Light"/>
              </a:rPr>
              <a:t> </a:t>
            </a:r>
            <a:r>
              <a:rPr lang="ko-KR" sz="2100" b="0" i="0" u="none" strike="noStrike">
                <a:solidFill>
                  <a:srgbClr val="FFFFFF"/>
                </a:solidFill>
                <a:ea typeface="Pretendard Light"/>
              </a:rPr>
              <a:t>관련하여</a:t>
            </a:r>
            <a:r>
              <a:rPr lang="en-US" sz="2100" b="0" i="0" u="none" strike="noStrike">
                <a:solidFill>
                  <a:srgbClr val="FFFFFF"/>
                </a:solidFill>
                <a:latin typeface="Pretendard Light"/>
              </a:rPr>
              <a:t> </a:t>
            </a:r>
            <a:r>
              <a:rPr lang="ko-KR" sz="2100" b="0" i="0" u="none" strike="noStrike">
                <a:solidFill>
                  <a:srgbClr val="FFFFFF"/>
                </a:solidFill>
                <a:ea typeface="Pretendard Light"/>
              </a:rPr>
              <a:t>자세한</a:t>
            </a:r>
            <a:r>
              <a:rPr lang="en-US" sz="2100" b="0" i="0" u="none" strike="noStrike">
                <a:solidFill>
                  <a:srgbClr val="FFFFFF"/>
                </a:solidFill>
                <a:latin typeface="Pretendard Light"/>
              </a:rPr>
              <a:t> </a:t>
            </a:r>
            <a:r>
              <a:rPr lang="ko-KR" sz="2100" b="0" i="0" u="none" strike="noStrike">
                <a:solidFill>
                  <a:srgbClr val="FFFFFF"/>
                </a:solidFill>
                <a:ea typeface="Pretendard Light"/>
              </a:rPr>
              <a:t>설명을</a:t>
            </a:r>
            <a:r>
              <a:rPr lang="en-US" sz="2100" b="0" i="0" u="none" strike="noStrike">
                <a:solidFill>
                  <a:srgbClr val="FFFFFF"/>
                </a:solidFill>
                <a:latin typeface="Pretendard Light"/>
              </a:rPr>
              <a:t> </a:t>
            </a:r>
            <a:r>
              <a:rPr lang="ko-KR" sz="2100" b="0" i="0" u="none" strike="noStrike">
                <a:solidFill>
                  <a:srgbClr val="FFFFFF"/>
                </a:solidFill>
                <a:ea typeface="Pretendard Light"/>
              </a:rPr>
              <a:t>텍스트로</a:t>
            </a:r>
            <a:r>
              <a:rPr lang="en-US" sz="2100" b="0" i="0" u="none" strike="noStrike">
                <a:solidFill>
                  <a:srgbClr val="FFFFFF"/>
                </a:solidFill>
                <a:latin typeface="Pretendard Light"/>
              </a:rPr>
              <a:t> </a:t>
            </a:r>
            <a:r>
              <a:rPr lang="ko-KR" sz="2100" b="0" i="0" u="none" strike="noStrike">
                <a:solidFill>
                  <a:srgbClr val="FFFFFF"/>
                </a:solidFill>
                <a:ea typeface="Pretendard Light"/>
              </a:rPr>
              <a:t>입력해주세요</a:t>
            </a:r>
            <a:r>
              <a:rPr lang="en-US" sz="2100" b="0" i="0" u="none" strike="noStrike">
                <a:solidFill>
                  <a:srgbClr val="FFFFFF"/>
                </a:solidFill>
                <a:latin typeface="Pretendard Light"/>
              </a:rPr>
              <a:t>.</a:t>
            </a:r>
          </a:p>
          <a:p>
            <a:pPr lvl="0" algn="l">
              <a:lnSpc>
                <a:spcPct val="116199"/>
              </a:lnSpc>
            </a:pPr>
            <a:r>
              <a:rPr lang="ko-KR" sz="2100" b="0" i="0" u="none" strike="noStrike">
                <a:solidFill>
                  <a:srgbClr val="FFFFFF"/>
                </a:solidFill>
                <a:ea typeface="Pretendard Light"/>
              </a:rPr>
              <a:t>큰</a:t>
            </a:r>
            <a:r>
              <a:rPr lang="en-US" sz="2100" b="0" i="0" u="none" strike="noStrike">
                <a:solidFill>
                  <a:srgbClr val="FFFFFF"/>
                </a:solidFill>
                <a:latin typeface="Pretendard Light"/>
              </a:rPr>
              <a:t> </a:t>
            </a:r>
            <a:r>
              <a:rPr lang="ko-KR" sz="2100" b="0" i="0" u="none" strike="noStrike">
                <a:solidFill>
                  <a:srgbClr val="FFFFFF"/>
                </a:solidFill>
                <a:ea typeface="Pretendard Light"/>
              </a:rPr>
              <a:t>타이틀에</a:t>
            </a:r>
            <a:r>
              <a:rPr lang="en-US" sz="2100" b="0" i="0" u="none" strike="noStrike">
                <a:solidFill>
                  <a:srgbClr val="FFFFFF"/>
                </a:solidFill>
                <a:latin typeface="Pretendard Light"/>
              </a:rPr>
              <a:t> </a:t>
            </a:r>
            <a:r>
              <a:rPr lang="ko-KR" sz="2100" b="0" i="0" u="none" strike="noStrike">
                <a:solidFill>
                  <a:srgbClr val="FFFFFF"/>
                </a:solidFill>
                <a:ea typeface="Pretendard Light"/>
              </a:rPr>
              <a:t>대한</a:t>
            </a:r>
            <a:r>
              <a:rPr lang="en-US" sz="2100" b="0" i="0" u="none" strike="noStrike">
                <a:solidFill>
                  <a:srgbClr val="FFFFFF"/>
                </a:solidFill>
                <a:latin typeface="Pretendard Light"/>
              </a:rPr>
              <a:t> </a:t>
            </a:r>
            <a:r>
              <a:rPr lang="ko-KR" sz="2100" b="0" i="0" u="none" strike="noStrike">
                <a:solidFill>
                  <a:srgbClr val="FFFFFF"/>
                </a:solidFill>
                <a:ea typeface="Pretendard Light"/>
              </a:rPr>
              <a:t>설명</a:t>
            </a:r>
            <a:r>
              <a:rPr lang="en-US" sz="2100" b="0" i="0" u="none" strike="noStrike">
                <a:solidFill>
                  <a:srgbClr val="FFFFFF"/>
                </a:solidFill>
                <a:latin typeface="Pretendard Light"/>
              </a:rPr>
              <a:t> </a:t>
            </a:r>
            <a:r>
              <a:rPr lang="ko-KR" sz="2100" b="0" i="0" u="none" strike="noStrike">
                <a:solidFill>
                  <a:srgbClr val="FFFFFF"/>
                </a:solidFill>
                <a:ea typeface="Pretendard Light"/>
              </a:rPr>
              <a:t>또는</a:t>
            </a:r>
            <a:r>
              <a:rPr lang="en-US" sz="2100" b="0" i="0" u="none" strike="noStrike">
                <a:solidFill>
                  <a:srgbClr val="FFFFFF"/>
                </a:solidFill>
                <a:latin typeface="Pretendard Light"/>
              </a:rPr>
              <a:t> </a:t>
            </a:r>
            <a:r>
              <a:rPr lang="ko-KR" sz="2100" b="0" i="0" u="none" strike="noStrike">
                <a:solidFill>
                  <a:srgbClr val="FFFFFF"/>
                </a:solidFill>
                <a:ea typeface="Pretendard Light"/>
              </a:rPr>
              <a:t>세부키워드에</a:t>
            </a:r>
            <a:r>
              <a:rPr lang="en-US" sz="2100" b="0" i="0" u="none" strike="noStrike">
                <a:solidFill>
                  <a:srgbClr val="FFFFFF"/>
                </a:solidFill>
                <a:latin typeface="Pretendard Light"/>
              </a:rPr>
              <a:t> </a:t>
            </a:r>
            <a:r>
              <a:rPr lang="ko-KR" sz="2100" b="0" i="0" u="none" strike="noStrike">
                <a:solidFill>
                  <a:srgbClr val="FFFFFF"/>
                </a:solidFill>
                <a:ea typeface="Pretendard Light"/>
              </a:rPr>
              <a:t>대한</a:t>
            </a:r>
            <a:r>
              <a:rPr lang="en-US" sz="2100" b="0" i="0" u="none" strike="noStrike">
                <a:solidFill>
                  <a:srgbClr val="FFFFFF"/>
                </a:solidFill>
                <a:latin typeface="Pretendard Light"/>
              </a:rPr>
              <a:t> </a:t>
            </a:r>
            <a:r>
              <a:rPr lang="ko-KR" sz="2100" b="0" i="0" u="none" strike="noStrike">
                <a:solidFill>
                  <a:srgbClr val="FFFFFF"/>
                </a:solidFill>
                <a:ea typeface="Pretendard Light"/>
              </a:rPr>
              <a:t>내용을</a:t>
            </a:r>
            <a:r>
              <a:rPr lang="en-US" sz="2100" b="0" i="0" u="none" strike="noStrike">
                <a:solidFill>
                  <a:srgbClr val="FFFFFF"/>
                </a:solidFill>
                <a:latin typeface="Pretendard Light"/>
              </a:rPr>
              <a:t> </a:t>
            </a:r>
            <a:r>
              <a:rPr lang="ko-KR" sz="2100" b="0" i="0" u="none" strike="noStrike">
                <a:solidFill>
                  <a:srgbClr val="FFFFFF"/>
                </a:solidFill>
                <a:ea typeface="Pretendard Light"/>
              </a:rPr>
              <a:t>적어주세요</a:t>
            </a:r>
            <a:r>
              <a:rPr lang="en-US" sz="2100" b="0" i="0" u="none" strike="noStrike">
                <a:solidFill>
                  <a:srgbClr val="FFFFFF"/>
                </a:solidFill>
                <a:latin typeface="Pretendard Light"/>
              </a:rPr>
              <a:t>.</a:t>
            </a:r>
          </a:p>
        </p:txBody>
      </p:sp>
      <p:sp>
        <p:nvSpPr>
          <p:cNvPr id="19" name="TextBox 19">
            <a:extLst>
              <a:ext uri="{FF2B5EF4-FFF2-40B4-BE49-F238E27FC236}">
                <a16:creationId xmlns:a16="http://schemas.microsoft.com/office/drawing/2014/main" id="{3C776456-9D24-E619-BF5D-E8F1639FA4DA}"/>
              </a:ext>
            </a:extLst>
          </p:cNvPr>
          <p:cNvSpPr txBox="1"/>
          <p:nvPr/>
        </p:nvSpPr>
        <p:spPr>
          <a:xfrm>
            <a:off x="927100" y="1587500"/>
            <a:ext cx="2857500" cy="26289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83000"/>
              </a:lnSpc>
            </a:pPr>
            <a:r>
              <a:rPr lang="en-US" sz="14800" b="0" i="0" u="none" strike="noStrike" spc="-200" dirty="0">
                <a:solidFill>
                  <a:srgbClr val="ACCEFE"/>
                </a:solidFill>
                <a:latin typeface="Pretendard Bold"/>
              </a:rPr>
              <a:t>06</a:t>
            </a:r>
          </a:p>
        </p:txBody>
      </p:sp>
      <p:sp>
        <p:nvSpPr>
          <p:cNvPr id="20" name="TextBox 20">
            <a:extLst>
              <a:ext uri="{FF2B5EF4-FFF2-40B4-BE49-F238E27FC236}">
                <a16:creationId xmlns:a16="http://schemas.microsoft.com/office/drawing/2014/main" id="{192BBC9E-7828-2663-7D8D-4C9594CD8C18}"/>
              </a:ext>
            </a:extLst>
          </p:cNvPr>
          <p:cNvSpPr txBox="1"/>
          <p:nvPr/>
        </p:nvSpPr>
        <p:spPr>
          <a:xfrm>
            <a:off x="927100" y="3911600"/>
            <a:ext cx="8343900" cy="11684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83000"/>
              </a:lnSpc>
            </a:pPr>
            <a:r>
              <a:rPr lang="ko-KR" altLang="en-US" sz="6600" b="0" i="0" u="none" strike="noStrike" dirty="0">
                <a:solidFill>
                  <a:srgbClr val="FFFFFF"/>
                </a:solidFill>
                <a:latin typeface="Hakgyoansim Chulseokbu TTF B" panose="020B0600000101010101" charset="-127"/>
                <a:ea typeface="Hakgyoansim Chulseokbu TTF B" panose="020B0600000101010101" charset="-127"/>
              </a:rPr>
              <a:t>결론</a:t>
            </a:r>
          </a:p>
        </p:txBody>
      </p:sp>
    </p:spTree>
    <p:extLst>
      <p:ext uri="{BB962C8B-B14F-4D97-AF65-F5344CB8AC3E}">
        <p14:creationId xmlns:p14="http://schemas.microsoft.com/office/powerpoint/2010/main" val="221757858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4AB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095500" y="3721100"/>
            <a:ext cx="14097000" cy="25654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83000"/>
              </a:lnSpc>
            </a:pPr>
            <a:r>
              <a:rPr lang="en-US" sz="14400" b="0" i="0" u="none" strike="noStrike" spc="-200">
                <a:solidFill>
                  <a:srgbClr val="FFFFFF"/>
                </a:solidFill>
                <a:latin typeface="Hakgyoansim Chulseokbu TTF B"/>
              </a:rPr>
              <a:t>THANK YOU!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5486400" y="3022600"/>
            <a:ext cx="7137400" cy="711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24499"/>
              </a:lnSpc>
            </a:pPr>
            <a:r>
              <a:rPr lang="ko-KR" altLang="en-US" sz="4000" b="0" i="0" u="none" strike="noStrike" dirty="0" err="1">
                <a:solidFill>
                  <a:srgbClr val="FFFFFF"/>
                </a:solidFill>
                <a:ea typeface="Hakgyoansim Chulseokbu TTF L"/>
              </a:rPr>
              <a:t>경청</a:t>
            </a:r>
            <a:r>
              <a:rPr lang="ko-KR" sz="4000" b="0" i="0" u="none" strike="noStrike" dirty="0" err="1">
                <a:solidFill>
                  <a:srgbClr val="FFFFFF"/>
                </a:solidFill>
                <a:ea typeface="Hakgyoansim Chulseokbu TTF L"/>
              </a:rPr>
              <a:t>해주셔서</a:t>
            </a:r>
            <a:r>
              <a:rPr lang="en-US" sz="4000" b="0" i="0" u="none" strike="noStrike" dirty="0">
                <a:solidFill>
                  <a:srgbClr val="FFFFFF"/>
                </a:solidFill>
                <a:latin typeface="Hakgyoansim Chulseokbu TTF L"/>
              </a:rPr>
              <a:t> </a:t>
            </a:r>
            <a:r>
              <a:rPr lang="ko-KR" sz="4000" b="0" i="0" u="none" strike="noStrike" dirty="0">
                <a:solidFill>
                  <a:srgbClr val="FFFFFF"/>
                </a:solidFill>
                <a:ea typeface="Hakgyoansim Chulseokbu TTF L"/>
              </a:rPr>
              <a:t>감사합니다</a:t>
            </a:r>
            <a:r>
              <a:rPr lang="en-US" sz="4000" b="0" i="0" u="none" strike="noStrike" dirty="0">
                <a:solidFill>
                  <a:srgbClr val="FFFFFF"/>
                </a:solidFill>
                <a:latin typeface="Hakgyoansim Chulseokbu TTF L"/>
              </a:rPr>
              <a:t>.</a:t>
            </a:r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9055100" y="-9055100"/>
            <a:ext cx="241300" cy="183388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3">
            <a:alphaModFix amt="70000"/>
          </a:blip>
          <a:stretch>
            <a:fillRect/>
          </a:stretch>
        </p:blipFill>
        <p:spPr>
          <a:xfrm>
            <a:off x="711200" y="5168900"/>
            <a:ext cx="2667000" cy="26670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4">
            <a:alphaModFix amt="70000"/>
          </a:blip>
          <a:stretch>
            <a:fillRect/>
          </a:stretch>
        </p:blipFill>
        <p:spPr>
          <a:xfrm>
            <a:off x="-2082800" y="5753100"/>
            <a:ext cx="4165600" cy="41656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5">
            <a:alphaModFix amt="50000"/>
          </a:blip>
          <a:stretch>
            <a:fillRect/>
          </a:stretch>
        </p:blipFill>
        <p:spPr>
          <a:xfrm>
            <a:off x="16243300" y="3136900"/>
            <a:ext cx="2044700" cy="40894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6">
            <a:alphaModFix amt="40000"/>
          </a:blip>
          <a:stretch>
            <a:fillRect/>
          </a:stretch>
        </p:blipFill>
        <p:spPr>
          <a:xfrm>
            <a:off x="723900" y="4279900"/>
            <a:ext cx="393700" cy="3937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7">
            <a:alphaModFix amt="41000"/>
          </a:blip>
          <a:stretch>
            <a:fillRect/>
          </a:stretch>
        </p:blipFill>
        <p:spPr>
          <a:xfrm rot="5400000">
            <a:off x="16459200" y="2070100"/>
            <a:ext cx="2552700" cy="1092200"/>
          </a:xfrm>
          <a:prstGeom prst="rect">
            <a:avLst/>
          </a:prstGeom>
        </p:spPr>
      </p:pic>
      <p:sp>
        <p:nvSpPr>
          <p:cNvPr id="10" name="TextBox 10"/>
          <p:cNvSpPr txBox="1"/>
          <p:nvPr/>
        </p:nvSpPr>
        <p:spPr>
          <a:xfrm>
            <a:off x="15595600" y="508000"/>
            <a:ext cx="2273300" cy="2540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r">
              <a:lnSpc>
                <a:spcPct val="124499"/>
              </a:lnSpc>
            </a:pPr>
            <a:r>
              <a:rPr lang="en-US" sz="1400" b="0" i="0" u="none" strike="noStrike" spc="100">
                <a:solidFill>
                  <a:srgbClr val="FFFFFF"/>
                </a:solidFill>
                <a:latin typeface="Pretendard SemiBold"/>
              </a:rPr>
              <a:t>MIRI COMPANY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419100" y="508000"/>
            <a:ext cx="2273300" cy="2540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24499"/>
              </a:lnSpc>
            </a:pPr>
            <a:r>
              <a:rPr lang="en-US" sz="1400" b="0" i="0" u="none" strike="noStrike" spc="100">
                <a:solidFill>
                  <a:srgbClr val="FFFFFF"/>
                </a:solidFill>
                <a:latin typeface="Pretendard SemiBold"/>
              </a:rPr>
              <a:t>PRESENTATION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5257800" y="7175500"/>
            <a:ext cx="2298700" cy="3429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32800"/>
              </a:lnSpc>
            </a:pPr>
            <a:r>
              <a:rPr lang="en-US" sz="1900" b="0" i="0" u="none" strike="noStrike">
                <a:solidFill>
                  <a:srgbClr val="FFFFFF"/>
                </a:solidFill>
                <a:latin typeface="Pretendard Medium"/>
              </a:rPr>
              <a:t>070.1234.5678</a:t>
            </a:r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33900" y="7048500"/>
            <a:ext cx="609600" cy="609600"/>
          </a:xfrm>
          <a:prstGeom prst="rect">
            <a:avLst/>
          </a:prstGeom>
        </p:spPr>
      </p:pic>
      <p:sp>
        <p:nvSpPr>
          <p:cNvPr id="14" name="TextBox 14"/>
          <p:cNvSpPr txBox="1"/>
          <p:nvPr/>
        </p:nvSpPr>
        <p:spPr>
          <a:xfrm>
            <a:off x="8420100" y="7175500"/>
            <a:ext cx="2324100" cy="3429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32800"/>
              </a:lnSpc>
            </a:pPr>
            <a:r>
              <a:rPr lang="en-US" sz="1900" b="0" i="0" u="none" strike="noStrike">
                <a:solidFill>
                  <a:srgbClr val="FFFFFF"/>
                </a:solidFill>
                <a:latin typeface="Pretendard Medium"/>
              </a:rPr>
              <a:t>miri@company.com</a:t>
            </a:r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683500" y="7048500"/>
            <a:ext cx="609600" cy="609600"/>
          </a:xfrm>
          <a:prstGeom prst="rect">
            <a:avLst/>
          </a:prstGeom>
        </p:spPr>
      </p:pic>
      <p:pic>
        <p:nvPicPr>
          <p:cNvPr id="16" name="Picture 16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673600" y="7188200"/>
            <a:ext cx="317500" cy="317500"/>
          </a:xfrm>
          <a:prstGeom prst="rect">
            <a:avLst/>
          </a:prstGeom>
        </p:spPr>
      </p:pic>
      <p:pic>
        <p:nvPicPr>
          <p:cNvPr id="17" name="Picture 17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797800" y="7162800"/>
            <a:ext cx="381000" cy="381000"/>
          </a:xfrm>
          <a:prstGeom prst="rect">
            <a:avLst/>
          </a:prstGeom>
        </p:spPr>
      </p:pic>
      <p:sp>
        <p:nvSpPr>
          <p:cNvPr id="18" name="TextBox 18"/>
          <p:cNvSpPr txBox="1"/>
          <p:nvPr/>
        </p:nvSpPr>
        <p:spPr>
          <a:xfrm>
            <a:off x="11849100" y="7175500"/>
            <a:ext cx="2247900" cy="3429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32800"/>
              </a:lnSpc>
            </a:pPr>
            <a:r>
              <a:rPr lang="en-US" sz="1900" b="0" i="0" u="none" strike="noStrike">
                <a:solidFill>
                  <a:srgbClr val="FFFFFF"/>
                </a:solidFill>
                <a:latin typeface="Pretendard Medium"/>
              </a:rPr>
              <a:t>yoursitehere.com</a:t>
            </a:r>
          </a:p>
        </p:txBody>
      </p:sp>
      <p:pic>
        <p:nvPicPr>
          <p:cNvPr id="19" name="Picture 19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125200" y="7048500"/>
            <a:ext cx="609600" cy="609600"/>
          </a:xfrm>
          <a:prstGeom prst="rect">
            <a:avLst/>
          </a:prstGeom>
        </p:spPr>
      </p:pic>
      <p:pic>
        <p:nvPicPr>
          <p:cNvPr id="20" name="Picture 20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1176000" y="7099300"/>
            <a:ext cx="495300" cy="4953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FE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E06CCEC-9231-6662-E713-E7BE20A3D4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2CE73C9A-60D5-9D64-FF43-6C5C388344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45800" y="0"/>
            <a:ext cx="6515100" cy="2946400"/>
          </a:xfrm>
          <a:prstGeom prst="rect">
            <a:avLst/>
          </a:prstGeom>
        </p:spPr>
      </p:pic>
      <p:pic>
        <p:nvPicPr>
          <p:cNvPr id="3" name="Picture 3">
            <a:extLst>
              <a:ext uri="{FF2B5EF4-FFF2-40B4-BE49-F238E27FC236}">
                <a16:creationId xmlns:a16="http://schemas.microsoft.com/office/drawing/2014/main" id="{C6F8D1E3-B44F-FD10-E55F-453480DE01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9055100" y="-9055100"/>
            <a:ext cx="241300" cy="18338800"/>
          </a:xfrm>
          <a:prstGeom prst="rect">
            <a:avLst/>
          </a:prstGeom>
        </p:spPr>
      </p:pic>
      <p:pic>
        <p:nvPicPr>
          <p:cNvPr id="4" name="Picture 4">
            <a:extLst>
              <a:ext uri="{FF2B5EF4-FFF2-40B4-BE49-F238E27FC236}">
                <a16:creationId xmlns:a16="http://schemas.microsoft.com/office/drawing/2014/main" id="{0FC13390-D046-B8C5-4C1D-3DE9A0CBE72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20400" y="2286000"/>
            <a:ext cx="6565900" cy="6578600"/>
          </a:xfrm>
          <a:prstGeom prst="rect">
            <a:avLst/>
          </a:prstGeom>
        </p:spPr>
      </p:pic>
      <p:pic>
        <p:nvPicPr>
          <p:cNvPr id="5" name="Picture 5">
            <a:extLst>
              <a:ext uri="{FF2B5EF4-FFF2-40B4-BE49-F238E27FC236}">
                <a16:creationId xmlns:a16="http://schemas.microsoft.com/office/drawing/2014/main" id="{F194A5EB-2AC1-67D5-42EE-D96EE4F784D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820400" y="7594600"/>
            <a:ext cx="6578600" cy="4165600"/>
          </a:xfrm>
          <a:prstGeom prst="rect">
            <a:avLst/>
          </a:prstGeom>
        </p:spPr>
      </p:pic>
      <p:sp>
        <p:nvSpPr>
          <p:cNvPr id="7" name="TextBox 7">
            <a:extLst>
              <a:ext uri="{FF2B5EF4-FFF2-40B4-BE49-F238E27FC236}">
                <a16:creationId xmlns:a16="http://schemas.microsoft.com/office/drawing/2014/main" id="{57D1DD9A-6959-0438-B863-9820FC5A8C54}"/>
              </a:ext>
            </a:extLst>
          </p:cNvPr>
          <p:cNvSpPr txBox="1"/>
          <p:nvPr/>
        </p:nvSpPr>
        <p:spPr>
          <a:xfrm>
            <a:off x="419100" y="508000"/>
            <a:ext cx="2273300" cy="2540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24499"/>
              </a:lnSpc>
            </a:pPr>
            <a:r>
              <a:rPr lang="en-US" sz="1400" b="0" i="0" u="none" strike="noStrike" spc="100">
                <a:solidFill>
                  <a:srgbClr val="3B7DDD"/>
                </a:solidFill>
                <a:latin typeface="Pretendard SemiBold"/>
              </a:rPr>
              <a:t>PRESENTATION</a:t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6915ACF3-7EAA-762D-DE22-155AE5730FFF}"/>
              </a:ext>
            </a:extLst>
          </p:cNvPr>
          <p:cNvSpPr txBox="1"/>
          <p:nvPr/>
        </p:nvSpPr>
        <p:spPr>
          <a:xfrm>
            <a:off x="1143000" y="6311900"/>
            <a:ext cx="8331200" cy="18796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just">
              <a:lnSpc>
                <a:spcPct val="132800"/>
              </a:lnSpc>
            </a:pPr>
            <a:r>
              <a:rPr lang="ko-KR" sz="1900" b="0" i="0" u="none" strike="noStrike" dirty="0">
                <a:solidFill>
                  <a:srgbClr val="000000"/>
                </a:solidFill>
                <a:ea typeface="Pretendard Light"/>
              </a:rPr>
              <a:t>해당</a:t>
            </a:r>
            <a:r>
              <a:rPr lang="en-US" sz="1900" b="0" i="0" u="none" strike="noStrike" dirty="0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900" b="0" i="0" u="none" strike="noStrike" dirty="0">
                <a:solidFill>
                  <a:srgbClr val="000000"/>
                </a:solidFill>
                <a:ea typeface="Pretendard Light"/>
              </a:rPr>
              <a:t>페이지는</a:t>
            </a:r>
            <a:r>
              <a:rPr lang="en-US" sz="1900" b="0" i="0" u="none" strike="noStrike" dirty="0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900" b="0" i="0" u="none" strike="noStrike" dirty="0">
                <a:solidFill>
                  <a:srgbClr val="000000"/>
                </a:solidFill>
                <a:ea typeface="Pretendard Light"/>
              </a:rPr>
              <a:t>많은</a:t>
            </a:r>
            <a:r>
              <a:rPr lang="en-US" sz="1900" b="0" i="0" u="none" strike="noStrike" dirty="0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900" b="0" i="0" u="none" strike="noStrike" dirty="0">
                <a:solidFill>
                  <a:srgbClr val="000000"/>
                </a:solidFill>
                <a:ea typeface="Pretendard Light"/>
              </a:rPr>
              <a:t>분량</a:t>
            </a:r>
            <a:r>
              <a:rPr lang="en-US" sz="1900" b="0" i="0" u="none" strike="noStrike" dirty="0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900" b="0" i="0" u="none" strike="noStrike" dirty="0">
                <a:solidFill>
                  <a:srgbClr val="000000"/>
                </a:solidFill>
                <a:ea typeface="Pretendard Light"/>
              </a:rPr>
              <a:t>텍스트를</a:t>
            </a:r>
            <a:r>
              <a:rPr lang="en-US" sz="1900" b="0" i="0" u="none" strike="noStrike" dirty="0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900" b="0" i="0" u="none" strike="noStrike" dirty="0">
                <a:solidFill>
                  <a:srgbClr val="000000"/>
                </a:solidFill>
                <a:ea typeface="Pretendard Light"/>
              </a:rPr>
              <a:t>입력할</a:t>
            </a:r>
            <a:r>
              <a:rPr lang="en-US" sz="1900" b="0" i="0" u="none" strike="noStrike" dirty="0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900" b="0" i="0" u="none" strike="noStrike" dirty="0">
                <a:solidFill>
                  <a:srgbClr val="000000"/>
                </a:solidFill>
                <a:ea typeface="Pretendard Light"/>
              </a:rPr>
              <a:t>때</a:t>
            </a:r>
            <a:r>
              <a:rPr lang="en-US" sz="1900" b="0" i="0" u="none" strike="noStrike" dirty="0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900" b="0" i="0" u="none" strike="noStrike" dirty="0">
                <a:solidFill>
                  <a:srgbClr val="000000"/>
                </a:solidFill>
                <a:ea typeface="Pretendard Light"/>
              </a:rPr>
              <a:t>쓰기</a:t>
            </a:r>
            <a:r>
              <a:rPr lang="en-US" sz="1900" b="0" i="0" u="none" strike="noStrike" dirty="0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900" b="0" i="0" u="none" strike="noStrike" dirty="0">
                <a:solidFill>
                  <a:srgbClr val="000000"/>
                </a:solidFill>
                <a:ea typeface="Pretendard Light"/>
              </a:rPr>
              <a:t>좋은</a:t>
            </a:r>
            <a:r>
              <a:rPr lang="en-US" sz="1900" b="0" i="0" u="none" strike="noStrike" dirty="0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900" b="0" i="0" u="none" strike="noStrike" dirty="0">
                <a:solidFill>
                  <a:srgbClr val="000000"/>
                </a:solidFill>
                <a:ea typeface="Pretendard Light"/>
              </a:rPr>
              <a:t>페이지입니다</a:t>
            </a:r>
            <a:r>
              <a:rPr lang="en-US" sz="1900" b="0" i="0" u="none" strike="noStrike" dirty="0">
                <a:solidFill>
                  <a:srgbClr val="000000"/>
                </a:solidFill>
                <a:latin typeface="Pretendard Light"/>
              </a:rPr>
              <a:t>. </a:t>
            </a:r>
            <a:r>
              <a:rPr lang="ko-KR" sz="1900" b="0" i="0" u="none" strike="noStrike" dirty="0">
                <a:solidFill>
                  <a:srgbClr val="000000"/>
                </a:solidFill>
                <a:ea typeface="Pretendard Light"/>
              </a:rPr>
              <a:t>중요한</a:t>
            </a:r>
            <a:r>
              <a:rPr lang="en-US" sz="1900" b="0" i="0" u="none" strike="noStrike" dirty="0">
                <a:solidFill>
                  <a:srgbClr val="000000"/>
                </a:solidFill>
                <a:latin typeface="Pretendard Light"/>
              </a:rPr>
              <a:t> </a:t>
            </a:r>
            <a:r>
              <a:rPr lang="ko-KR" sz="1900" b="0" i="0" u="none" strike="noStrike" dirty="0">
                <a:solidFill>
                  <a:srgbClr val="000000"/>
                </a:solidFill>
                <a:ea typeface="Pretendard Light"/>
              </a:rPr>
              <a:t>내용이나</a:t>
            </a:r>
            <a:r>
              <a:rPr lang="en-US" sz="1900" b="0" i="0" u="none" strike="noStrike" dirty="0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900" b="0" i="0" u="none" strike="noStrike" dirty="0">
                <a:solidFill>
                  <a:srgbClr val="000000"/>
                </a:solidFill>
                <a:ea typeface="Pretendard Light"/>
              </a:rPr>
              <a:t>길게</a:t>
            </a:r>
            <a:r>
              <a:rPr lang="en-US" sz="1900" b="0" i="0" u="none" strike="noStrike" dirty="0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900" b="0" i="0" u="none" strike="noStrike" dirty="0">
                <a:solidFill>
                  <a:srgbClr val="000000"/>
                </a:solidFill>
                <a:ea typeface="Pretendard Light"/>
              </a:rPr>
              <a:t>의견을</a:t>
            </a:r>
            <a:r>
              <a:rPr lang="en-US" sz="1900" b="0" i="0" u="none" strike="noStrike" dirty="0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900" b="0" i="0" u="none" strike="noStrike" dirty="0">
                <a:solidFill>
                  <a:srgbClr val="000000"/>
                </a:solidFill>
                <a:ea typeface="Pretendard Light"/>
              </a:rPr>
              <a:t>보여주어야</a:t>
            </a:r>
            <a:r>
              <a:rPr lang="en-US" sz="1900" b="0" i="0" u="none" strike="noStrike" dirty="0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900" b="0" i="0" u="none" strike="noStrike" dirty="0">
                <a:solidFill>
                  <a:srgbClr val="000000"/>
                </a:solidFill>
                <a:ea typeface="Pretendard Light"/>
              </a:rPr>
              <a:t>할</a:t>
            </a:r>
            <a:r>
              <a:rPr lang="en-US" sz="1900" b="0" i="0" u="none" strike="noStrike" dirty="0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900" b="0" i="0" u="none" strike="noStrike" dirty="0">
                <a:solidFill>
                  <a:srgbClr val="000000"/>
                </a:solidFill>
                <a:ea typeface="Pretendard Light"/>
              </a:rPr>
              <a:t>경우</a:t>
            </a:r>
            <a:r>
              <a:rPr lang="en-US" sz="1900" b="0" i="0" u="none" strike="noStrike" dirty="0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900" b="0" i="0" u="none" strike="noStrike" dirty="0">
                <a:solidFill>
                  <a:srgbClr val="000000"/>
                </a:solidFill>
                <a:ea typeface="Pretendard Light"/>
              </a:rPr>
              <a:t>해당</a:t>
            </a:r>
            <a:r>
              <a:rPr lang="en-US" sz="1900" b="0" i="0" u="none" strike="noStrike" dirty="0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900" b="0" i="0" u="none" strike="noStrike" dirty="0">
                <a:solidFill>
                  <a:srgbClr val="000000"/>
                </a:solidFill>
                <a:ea typeface="Pretendard Light"/>
              </a:rPr>
              <a:t>페이지를</a:t>
            </a:r>
            <a:r>
              <a:rPr lang="en-US" sz="1900" b="0" i="0" u="none" strike="noStrike" dirty="0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900" b="0" i="0" u="none" strike="noStrike" dirty="0">
                <a:solidFill>
                  <a:srgbClr val="000000"/>
                </a:solidFill>
                <a:ea typeface="Pretendard Light"/>
              </a:rPr>
              <a:t>활용해보세요</a:t>
            </a:r>
            <a:r>
              <a:rPr lang="en-US" sz="1900" b="0" i="0" u="none" strike="noStrike" dirty="0">
                <a:solidFill>
                  <a:srgbClr val="000000"/>
                </a:solidFill>
                <a:latin typeface="Pretendard Light"/>
              </a:rPr>
              <a:t>. </a:t>
            </a:r>
            <a:r>
              <a:rPr lang="ko-KR" sz="1900" b="0" i="0" u="none" strike="noStrike" dirty="0">
                <a:solidFill>
                  <a:srgbClr val="000000"/>
                </a:solidFill>
                <a:ea typeface="Pretendard Light"/>
              </a:rPr>
              <a:t>가독성의</a:t>
            </a:r>
            <a:r>
              <a:rPr lang="en-US" sz="1900" b="0" i="0" u="none" strike="noStrike" dirty="0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900" b="0" i="0" u="none" strike="noStrike" dirty="0">
                <a:solidFill>
                  <a:srgbClr val="000000"/>
                </a:solidFill>
                <a:ea typeface="Pretendard Light"/>
              </a:rPr>
              <a:t>핵심은</a:t>
            </a:r>
            <a:r>
              <a:rPr lang="en-US" sz="1900" b="0" i="0" u="none" strike="noStrike" dirty="0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900" b="0" i="0" u="none" strike="noStrike" dirty="0">
                <a:solidFill>
                  <a:srgbClr val="000000"/>
                </a:solidFill>
                <a:ea typeface="Pretendard Light"/>
              </a:rPr>
              <a:t>얼마나</a:t>
            </a:r>
            <a:r>
              <a:rPr lang="en-US" sz="1900" b="0" i="0" u="none" strike="noStrike" dirty="0">
                <a:solidFill>
                  <a:srgbClr val="000000"/>
                </a:solidFill>
                <a:latin typeface="Pretendard Light"/>
              </a:rPr>
              <a:t> </a:t>
            </a:r>
            <a:r>
              <a:rPr lang="ko-KR" sz="1900" b="0" i="0" u="none" strike="noStrike" dirty="0">
                <a:solidFill>
                  <a:srgbClr val="000000"/>
                </a:solidFill>
                <a:ea typeface="Pretendard Light"/>
              </a:rPr>
              <a:t>내용을</a:t>
            </a:r>
            <a:r>
              <a:rPr lang="en-US" sz="1900" b="0" i="0" u="none" strike="noStrike" dirty="0">
                <a:solidFill>
                  <a:srgbClr val="000000"/>
                </a:solidFill>
                <a:latin typeface="Pretendard Light"/>
              </a:rPr>
              <a:t> </a:t>
            </a:r>
            <a:r>
              <a:rPr lang="ko-KR" sz="1900" b="0" i="0" u="none" strike="noStrike" dirty="0">
                <a:solidFill>
                  <a:srgbClr val="000000"/>
                </a:solidFill>
                <a:ea typeface="Pretendard Light"/>
              </a:rPr>
              <a:t>간결하게</a:t>
            </a:r>
            <a:r>
              <a:rPr lang="en-US" sz="1900" b="0" i="0" u="none" strike="noStrike" dirty="0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900" b="0" i="0" u="none" strike="noStrike" dirty="0">
                <a:solidFill>
                  <a:srgbClr val="000000"/>
                </a:solidFill>
                <a:ea typeface="Pretendard Light"/>
              </a:rPr>
              <a:t>전달하는가</a:t>
            </a:r>
            <a:r>
              <a:rPr lang="en-US" sz="1900" b="0" i="0" u="none" strike="noStrike" dirty="0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900" b="0" i="0" u="none" strike="noStrike" dirty="0">
                <a:solidFill>
                  <a:srgbClr val="000000"/>
                </a:solidFill>
                <a:ea typeface="Pretendard Light"/>
              </a:rPr>
              <a:t>입니다</a:t>
            </a:r>
            <a:r>
              <a:rPr lang="en-US" sz="1900" b="0" i="0" u="none" strike="noStrike" dirty="0">
                <a:solidFill>
                  <a:srgbClr val="000000"/>
                </a:solidFill>
                <a:latin typeface="Pretendard Light"/>
              </a:rPr>
              <a:t>. </a:t>
            </a:r>
            <a:r>
              <a:rPr lang="ko-KR" sz="1900" b="0" i="0" u="none" strike="noStrike" dirty="0">
                <a:solidFill>
                  <a:srgbClr val="000000"/>
                </a:solidFill>
                <a:ea typeface="Pretendard Light"/>
              </a:rPr>
              <a:t>쉽게</a:t>
            </a:r>
            <a:r>
              <a:rPr lang="en-US" sz="1900" b="0" i="0" u="none" strike="noStrike" dirty="0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900" b="0" i="0" u="none" strike="noStrike" dirty="0">
                <a:solidFill>
                  <a:srgbClr val="000000"/>
                </a:solidFill>
                <a:ea typeface="Pretendard Light"/>
              </a:rPr>
              <a:t>읽을</a:t>
            </a:r>
            <a:r>
              <a:rPr lang="en-US" sz="1900" b="0" i="0" u="none" strike="noStrike" dirty="0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900" b="0" i="0" u="none" strike="noStrike" dirty="0">
                <a:solidFill>
                  <a:srgbClr val="000000"/>
                </a:solidFill>
                <a:ea typeface="Pretendard Light"/>
              </a:rPr>
              <a:t>수</a:t>
            </a:r>
            <a:r>
              <a:rPr lang="en-US" sz="1900" b="0" i="0" u="none" strike="noStrike" dirty="0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900" b="0" i="0" u="none" strike="noStrike" dirty="0">
                <a:solidFill>
                  <a:srgbClr val="000000"/>
                </a:solidFill>
                <a:ea typeface="Pretendard Light"/>
              </a:rPr>
              <a:t>있고</a:t>
            </a:r>
            <a:r>
              <a:rPr lang="en-US" sz="1900" b="0" i="0" u="none" strike="noStrike" dirty="0">
                <a:solidFill>
                  <a:srgbClr val="000000"/>
                </a:solidFill>
                <a:latin typeface="Pretendard Light"/>
              </a:rPr>
              <a:t>, </a:t>
            </a:r>
            <a:r>
              <a:rPr lang="ko-KR" sz="1900" b="0" i="0" u="none" strike="noStrike" dirty="0">
                <a:solidFill>
                  <a:srgbClr val="000000"/>
                </a:solidFill>
                <a:ea typeface="Pretendard Light"/>
              </a:rPr>
              <a:t>눈에</a:t>
            </a:r>
            <a:r>
              <a:rPr lang="en-US" sz="1900" b="0" i="0" u="none" strike="noStrike" dirty="0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900" b="0" i="0" u="none" strike="noStrike" dirty="0" err="1">
                <a:solidFill>
                  <a:srgbClr val="000000"/>
                </a:solidFill>
                <a:ea typeface="Pretendard Light"/>
              </a:rPr>
              <a:t>잘띄는</a:t>
            </a:r>
            <a:r>
              <a:rPr lang="en-US" sz="1900" b="0" i="0" u="none" strike="noStrike" dirty="0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900" b="0" i="0" u="none" strike="noStrike" dirty="0">
                <a:solidFill>
                  <a:srgbClr val="000000"/>
                </a:solidFill>
                <a:ea typeface="Pretendard Light"/>
              </a:rPr>
              <a:t>것이</a:t>
            </a:r>
            <a:r>
              <a:rPr lang="en-US" sz="1900" b="0" i="0" u="none" strike="noStrike" dirty="0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900" b="0" i="0" u="none" strike="noStrike" dirty="0">
                <a:solidFill>
                  <a:srgbClr val="000000"/>
                </a:solidFill>
                <a:ea typeface="Pretendard Light"/>
              </a:rPr>
              <a:t>중요해요</a:t>
            </a:r>
            <a:r>
              <a:rPr lang="en-US" sz="1900" b="0" i="0" u="none" strike="noStrike" dirty="0">
                <a:solidFill>
                  <a:srgbClr val="000000"/>
                </a:solidFill>
                <a:latin typeface="Pretendard Light"/>
              </a:rPr>
              <a:t>. </a:t>
            </a:r>
            <a:r>
              <a:rPr lang="ko-KR" sz="1900" b="0" i="0" u="none" strike="noStrike" dirty="0">
                <a:solidFill>
                  <a:srgbClr val="000000"/>
                </a:solidFill>
                <a:ea typeface="Pretendard Light"/>
              </a:rPr>
              <a:t>프레젠테이션의</a:t>
            </a:r>
            <a:r>
              <a:rPr lang="en-US" sz="1900" b="0" i="0" u="none" strike="noStrike" dirty="0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900" b="0" i="0" u="none" strike="noStrike" dirty="0">
                <a:solidFill>
                  <a:srgbClr val="000000"/>
                </a:solidFill>
                <a:ea typeface="Pretendard Light"/>
              </a:rPr>
              <a:t>전체적인</a:t>
            </a:r>
            <a:r>
              <a:rPr lang="en-US" sz="1900" b="0" i="0" u="none" strike="noStrike" dirty="0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900" b="0" i="0" u="none" strike="noStrike" dirty="0" err="1">
                <a:solidFill>
                  <a:srgbClr val="000000"/>
                </a:solidFill>
                <a:ea typeface="Pretendard Light"/>
              </a:rPr>
              <a:t>톤앤매너와</a:t>
            </a:r>
            <a:r>
              <a:rPr lang="en-US" sz="1900" b="0" i="0" u="none" strike="noStrike" dirty="0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900" b="0" i="0" u="none" strike="noStrike" dirty="0">
                <a:solidFill>
                  <a:srgbClr val="000000"/>
                </a:solidFill>
                <a:ea typeface="Pretendard Light"/>
              </a:rPr>
              <a:t>맞는</a:t>
            </a:r>
            <a:r>
              <a:rPr lang="en-US" sz="1900" b="0" i="0" u="none" strike="noStrike" dirty="0">
                <a:solidFill>
                  <a:srgbClr val="000000"/>
                </a:solidFill>
                <a:latin typeface="Pretendard Light"/>
              </a:rPr>
              <a:t> </a:t>
            </a:r>
            <a:r>
              <a:rPr lang="ko-KR" sz="1900" b="0" i="0" u="none" strike="noStrike" dirty="0">
                <a:solidFill>
                  <a:srgbClr val="000000"/>
                </a:solidFill>
                <a:ea typeface="Pretendard Light"/>
              </a:rPr>
              <a:t>폰트와</a:t>
            </a:r>
            <a:r>
              <a:rPr lang="en-US" sz="1900" b="0" i="0" u="none" strike="noStrike" dirty="0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900" b="0" i="0" u="none" strike="noStrike" dirty="0">
                <a:solidFill>
                  <a:srgbClr val="000000"/>
                </a:solidFill>
                <a:ea typeface="Pretendard Light"/>
              </a:rPr>
              <a:t>색상</a:t>
            </a:r>
            <a:r>
              <a:rPr lang="en-US" sz="1900" b="0" i="0" u="none" strike="noStrike" dirty="0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900" b="0" i="0" u="none" strike="noStrike" dirty="0">
                <a:solidFill>
                  <a:srgbClr val="000000"/>
                </a:solidFill>
                <a:ea typeface="Pretendard Light"/>
              </a:rPr>
              <a:t>등을</a:t>
            </a:r>
            <a:r>
              <a:rPr lang="en-US" sz="1900" b="0" i="0" u="none" strike="noStrike" dirty="0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900" b="0" i="0" u="none" strike="noStrike" dirty="0">
                <a:solidFill>
                  <a:srgbClr val="000000"/>
                </a:solidFill>
                <a:ea typeface="Pretendard Light"/>
              </a:rPr>
              <a:t>활용해주세요</a:t>
            </a:r>
            <a:r>
              <a:rPr lang="en-US" sz="1900" b="0" i="0" u="none" strike="noStrike" dirty="0">
                <a:solidFill>
                  <a:srgbClr val="000000"/>
                </a:solidFill>
                <a:latin typeface="Pretendard Light"/>
              </a:rPr>
              <a:t>. </a:t>
            </a:r>
            <a:r>
              <a:rPr lang="ko-KR" sz="1900" b="0" i="0" u="none" strike="noStrike" dirty="0">
                <a:solidFill>
                  <a:srgbClr val="000000"/>
                </a:solidFill>
                <a:ea typeface="Pretendard Light"/>
              </a:rPr>
              <a:t>줄</a:t>
            </a:r>
            <a:r>
              <a:rPr lang="en-US" sz="1900" b="0" i="0" u="none" strike="noStrike" dirty="0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900" b="0" i="0" u="none" strike="noStrike" dirty="0">
                <a:solidFill>
                  <a:srgbClr val="000000"/>
                </a:solidFill>
                <a:ea typeface="Pretendard Light"/>
              </a:rPr>
              <a:t>글</a:t>
            </a:r>
            <a:r>
              <a:rPr lang="en-US" sz="1900" b="0" i="0" u="none" strike="noStrike" dirty="0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900" b="0" i="0" u="none" strike="noStrike" dirty="0">
                <a:solidFill>
                  <a:srgbClr val="000000"/>
                </a:solidFill>
                <a:ea typeface="Pretendard Light"/>
              </a:rPr>
              <a:t>중</a:t>
            </a:r>
            <a:r>
              <a:rPr lang="en-US" sz="1900" b="0" i="0" u="none" strike="noStrike" dirty="0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900" b="0" i="0" u="none" strike="noStrike" dirty="0">
                <a:solidFill>
                  <a:srgbClr val="000000"/>
                </a:solidFill>
                <a:ea typeface="Pretendard Light"/>
              </a:rPr>
              <a:t>강조하고</a:t>
            </a:r>
            <a:r>
              <a:rPr lang="en-US" sz="1900" b="0" i="0" u="none" strike="noStrike" dirty="0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900" b="0" i="0" u="none" strike="noStrike" dirty="0">
                <a:solidFill>
                  <a:srgbClr val="000000"/>
                </a:solidFill>
                <a:ea typeface="Pretendard Light"/>
              </a:rPr>
              <a:t>싶은</a:t>
            </a:r>
            <a:r>
              <a:rPr lang="en-US" sz="1900" b="0" i="0" u="none" strike="noStrike" dirty="0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900" b="0" i="0" u="none" strike="noStrike" dirty="0">
                <a:solidFill>
                  <a:srgbClr val="000000"/>
                </a:solidFill>
                <a:ea typeface="Pretendard Light"/>
              </a:rPr>
              <a:t>부분은</a:t>
            </a:r>
            <a:r>
              <a:rPr lang="en-US" sz="1900" b="0" i="0" u="none" strike="noStrike" dirty="0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900" b="0" i="0" u="none" strike="noStrike" dirty="0" err="1">
                <a:solidFill>
                  <a:srgbClr val="000000"/>
                </a:solidFill>
                <a:ea typeface="Pretendard Light"/>
              </a:rPr>
              <a:t>볼드체</a:t>
            </a:r>
            <a:r>
              <a:rPr lang="en-US" sz="1900" b="0" i="0" u="none" strike="noStrike" dirty="0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900" b="0" i="0" u="none" strike="noStrike" dirty="0">
                <a:solidFill>
                  <a:srgbClr val="000000"/>
                </a:solidFill>
                <a:ea typeface="Pretendard Light"/>
              </a:rPr>
              <a:t>또는</a:t>
            </a:r>
            <a:r>
              <a:rPr lang="en-US" sz="1900" b="0" i="0" u="none" strike="noStrike" dirty="0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900" b="0" i="0" u="none" strike="noStrike" dirty="0">
                <a:solidFill>
                  <a:srgbClr val="000000"/>
                </a:solidFill>
                <a:ea typeface="Pretendard Light"/>
              </a:rPr>
              <a:t>큰</a:t>
            </a:r>
            <a:r>
              <a:rPr lang="en-US" sz="1900" b="0" i="0" u="none" strike="noStrike" dirty="0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900" b="0" i="0" u="none" strike="noStrike" dirty="0">
                <a:solidFill>
                  <a:srgbClr val="000000"/>
                </a:solidFill>
                <a:ea typeface="Pretendard Light"/>
              </a:rPr>
              <a:t>사이즈로</a:t>
            </a:r>
            <a:r>
              <a:rPr lang="en-US" sz="1900" b="0" i="0" u="none" strike="noStrike" dirty="0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900" b="0" i="0" u="none" strike="noStrike" dirty="0">
                <a:solidFill>
                  <a:srgbClr val="000000"/>
                </a:solidFill>
                <a:ea typeface="Pretendard Light"/>
              </a:rPr>
              <a:t>표현해보세요</a:t>
            </a:r>
            <a:r>
              <a:rPr lang="en-US" sz="1900" b="0" i="0" u="none" strike="noStrike" dirty="0">
                <a:solidFill>
                  <a:srgbClr val="000000"/>
                </a:solidFill>
                <a:latin typeface="Pretendard Light"/>
              </a:rPr>
              <a:t>. </a:t>
            </a:r>
            <a:r>
              <a:rPr lang="ko-KR" sz="1900" b="0" i="0" u="none" strike="noStrike" dirty="0">
                <a:solidFill>
                  <a:srgbClr val="000000"/>
                </a:solidFill>
                <a:ea typeface="Pretendard Light"/>
              </a:rPr>
              <a:t>구체적인</a:t>
            </a:r>
            <a:r>
              <a:rPr lang="en-US" sz="1900" b="0" i="0" u="none" strike="noStrike" dirty="0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900" b="0" i="0" u="none" strike="noStrike" dirty="0">
                <a:solidFill>
                  <a:srgbClr val="000000"/>
                </a:solidFill>
                <a:ea typeface="Pretendard Light"/>
              </a:rPr>
              <a:t>예시</a:t>
            </a:r>
            <a:r>
              <a:rPr lang="en-US" sz="1900" b="0" i="0" u="none" strike="noStrike" dirty="0">
                <a:solidFill>
                  <a:srgbClr val="000000"/>
                </a:solidFill>
                <a:latin typeface="Pretendard Light"/>
              </a:rPr>
              <a:t>,</a:t>
            </a:r>
            <a:r>
              <a:rPr lang="ko-KR" sz="1900" b="0" i="0" u="none" strike="noStrike" dirty="0">
                <a:solidFill>
                  <a:srgbClr val="000000"/>
                </a:solidFill>
                <a:ea typeface="Pretendard Light"/>
              </a:rPr>
              <a:t>수치를</a:t>
            </a:r>
            <a:r>
              <a:rPr lang="en-US" sz="1900" b="0" i="0" u="none" strike="noStrike" dirty="0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900" b="0" i="0" u="none" strike="noStrike" dirty="0">
                <a:solidFill>
                  <a:srgbClr val="000000"/>
                </a:solidFill>
                <a:ea typeface="Pretendard Light"/>
              </a:rPr>
              <a:t>활용하면</a:t>
            </a:r>
            <a:r>
              <a:rPr lang="en-US" sz="1900" b="0" i="0" u="none" strike="noStrike" dirty="0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900" b="0" i="0" u="none" strike="noStrike" dirty="0">
                <a:solidFill>
                  <a:srgbClr val="000000"/>
                </a:solidFill>
                <a:ea typeface="Pretendard Light"/>
              </a:rPr>
              <a:t>좋습니다</a:t>
            </a:r>
            <a:r>
              <a:rPr lang="en-US" sz="1900" b="0" i="0" u="none" strike="noStrike" dirty="0">
                <a:solidFill>
                  <a:srgbClr val="000000"/>
                </a:solidFill>
                <a:latin typeface="Pretendard Light"/>
              </a:rPr>
              <a:t>.</a:t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0A82D317-9BFB-0DBD-825F-F5D9F73C2A12}"/>
              </a:ext>
            </a:extLst>
          </p:cNvPr>
          <p:cNvSpPr txBox="1"/>
          <p:nvPr/>
        </p:nvSpPr>
        <p:spPr>
          <a:xfrm>
            <a:off x="1168400" y="5245100"/>
            <a:ext cx="5994400" cy="4953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24499"/>
              </a:lnSpc>
            </a:pPr>
            <a:r>
              <a:rPr lang="ko-KR" sz="2800" b="0" i="0" u="none" strike="noStrike">
                <a:solidFill>
                  <a:srgbClr val="000000"/>
                </a:solidFill>
                <a:ea typeface="Pretendard SemiBold"/>
              </a:rPr>
              <a:t>이</a:t>
            </a:r>
            <a:r>
              <a:rPr lang="en-US" sz="2800" b="0" i="0" u="none" strike="noStrike">
                <a:solidFill>
                  <a:srgbClr val="000000"/>
                </a:solidFill>
                <a:latin typeface="Pretendard SemiBold"/>
              </a:rPr>
              <a:t> </a:t>
            </a:r>
            <a:r>
              <a:rPr lang="ko-KR" sz="2800" b="0" i="0" u="none" strike="noStrike">
                <a:solidFill>
                  <a:srgbClr val="000000"/>
                </a:solidFill>
                <a:ea typeface="Pretendard SemiBold"/>
              </a:rPr>
              <a:t>페이지의</a:t>
            </a:r>
            <a:r>
              <a:rPr lang="en-US" sz="2800" b="0" i="0" u="none" strike="noStrike">
                <a:solidFill>
                  <a:srgbClr val="000000"/>
                </a:solidFill>
                <a:latin typeface="Pretendard SemiBold"/>
              </a:rPr>
              <a:t> </a:t>
            </a:r>
            <a:r>
              <a:rPr lang="ko-KR" sz="2800" b="0" i="0" u="none" strike="noStrike">
                <a:solidFill>
                  <a:srgbClr val="000000"/>
                </a:solidFill>
                <a:ea typeface="Pretendard SemiBold"/>
              </a:rPr>
              <a:t>핵심내용을</a:t>
            </a:r>
            <a:r>
              <a:rPr lang="en-US" sz="2800" b="0" i="0" u="none" strike="noStrike">
                <a:solidFill>
                  <a:srgbClr val="000000"/>
                </a:solidFill>
                <a:latin typeface="Pretendard SemiBold"/>
              </a:rPr>
              <a:t> </a:t>
            </a:r>
            <a:r>
              <a:rPr lang="ko-KR" sz="2800" b="0" i="0" u="none" strike="noStrike">
                <a:solidFill>
                  <a:srgbClr val="000000"/>
                </a:solidFill>
                <a:ea typeface="Pretendard SemiBold"/>
              </a:rPr>
              <a:t>입력해주세요</a:t>
            </a:r>
            <a:r>
              <a:rPr lang="en-US" sz="2800" b="0" i="0" u="none" strike="noStrike">
                <a:solidFill>
                  <a:srgbClr val="000000"/>
                </a:solidFill>
                <a:latin typeface="Pretendard SemiBold"/>
              </a:rPr>
              <a:t>.</a:t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D15057EB-EA39-D9CD-A1D0-682BEED7CB65}"/>
              </a:ext>
            </a:extLst>
          </p:cNvPr>
          <p:cNvSpPr txBox="1"/>
          <p:nvPr/>
        </p:nvSpPr>
        <p:spPr>
          <a:xfrm>
            <a:off x="1168400" y="2489200"/>
            <a:ext cx="2032000" cy="10668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en-US" sz="6000" b="0" i="0" u="none" strike="noStrike">
                <a:solidFill>
                  <a:srgbClr val="004AB6"/>
                </a:solidFill>
                <a:latin typeface="Pretendard SemiBold"/>
              </a:rPr>
              <a:t>01</a:t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17E26882-88CE-9473-6CF7-4029CBF065F6}"/>
              </a:ext>
            </a:extLst>
          </p:cNvPr>
          <p:cNvSpPr txBox="1"/>
          <p:nvPr/>
        </p:nvSpPr>
        <p:spPr>
          <a:xfrm>
            <a:off x="1168400" y="3454400"/>
            <a:ext cx="8585200" cy="11938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ko-KR" sz="6700" b="0" i="0" u="none" strike="noStrike">
                <a:solidFill>
                  <a:srgbClr val="201A74"/>
                </a:solidFill>
                <a:ea typeface="Hakgyoansim Chulseokbu TTF B"/>
              </a:rPr>
              <a:t>긴</a:t>
            </a:r>
            <a:r>
              <a:rPr lang="en-US" sz="6700" b="0" i="0" u="none" strike="noStrike">
                <a:solidFill>
                  <a:srgbClr val="201A74"/>
                </a:solidFill>
                <a:latin typeface="Hakgyoansim Chulseokbu TTF B"/>
              </a:rPr>
              <a:t> </a:t>
            </a:r>
            <a:r>
              <a:rPr lang="ko-KR" sz="6700" b="0" i="0" u="none" strike="noStrike">
                <a:solidFill>
                  <a:srgbClr val="201A74"/>
                </a:solidFill>
                <a:ea typeface="Hakgyoansim Chulseokbu TTF B"/>
              </a:rPr>
              <a:t>글이</a:t>
            </a:r>
            <a:r>
              <a:rPr lang="en-US" sz="6700" b="0" i="0" u="none" strike="noStrike">
                <a:solidFill>
                  <a:srgbClr val="201A74"/>
                </a:solidFill>
                <a:latin typeface="Hakgyoansim Chulseokbu TTF B"/>
              </a:rPr>
              <a:t> </a:t>
            </a:r>
            <a:r>
              <a:rPr lang="ko-KR" sz="6700" b="0" i="0" u="none" strike="noStrike">
                <a:solidFill>
                  <a:srgbClr val="201A74"/>
                </a:solidFill>
                <a:ea typeface="Hakgyoansim Chulseokbu TTF B"/>
              </a:rPr>
              <a:t>있는</a:t>
            </a:r>
            <a:r>
              <a:rPr lang="en-US" sz="6700" b="0" i="0" u="none" strike="noStrike">
                <a:solidFill>
                  <a:srgbClr val="201A74"/>
                </a:solidFill>
                <a:latin typeface="Hakgyoansim Chulseokbu TTF B"/>
              </a:rPr>
              <a:t> </a:t>
            </a:r>
            <a:r>
              <a:rPr lang="ko-KR" sz="6700" b="0" i="0" u="none" strike="noStrike">
                <a:solidFill>
                  <a:srgbClr val="201A74"/>
                </a:solidFill>
                <a:ea typeface="Hakgyoansim Chulseokbu TTF B"/>
              </a:rPr>
              <a:t>레이아웃</a:t>
            </a:r>
          </a:p>
        </p:txBody>
      </p:sp>
      <p:pic>
        <p:nvPicPr>
          <p:cNvPr id="12" name="Picture 6">
            <a:extLst>
              <a:ext uri="{FF2B5EF4-FFF2-40B4-BE49-F238E27FC236}">
                <a16:creationId xmlns:a16="http://schemas.microsoft.com/office/drawing/2014/main" id="{5085C3FC-4BF8-A337-9AD2-9CF616FF6F4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6300" y="8521700"/>
            <a:ext cx="5245100" cy="25400"/>
          </a:xfrm>
          <a:prstGeom prst="rect">
            <a:avLst/>
          </a:prstGeom>
        </p:spPr>
      </p:pic>
      <p:pic>
        <p:nvPicPr>
          <p:cNvPr id="22" name="Picture 9">
            <a:extLst>
              <a:ext uri="{FF2B5EF4-FFF2-40B4-BE49-F238E27FC236}">
                <a16:creationId xmlns:a16="http://schemas.microsoft.com/office/drawing/2014/main" id="{33E3157F-3289-2CCA-223B-16B2531682F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6154400" y="444500"/>
            <a:ext cx="1718129" cy="635000"/>
          </a:xfrm>
          <a:prstGeom prst="rect">
            <a:avLst/>
          </a:prstGeom>
        </p:spPr>
      </p:pic>
      <p:sp>
        <p:nvSpPr>
          <p:cNvPr id="24" name="TextBox 16">
            <a:extLst>
              <a:ext uri="{FF2B5EF4-FFF2-40B4-BE49-F238E27FC236}">
                <a16:creationId xmlns:a16="http://schemas.microsoft.com/office/drawing/2014/main" id="{2047CB55-7771-FF1B-1247-4145FA6EEB12}"/>
              </a:ext>
            </a:extLst>
          </p:cNvPr>
          <p:cNvSpPr txBox="1"/>
          <p:nvPr/>
        </p:nvSpPr>
        <p:spPr>
          <a:xfrm>
            <a:off x="16461014" y="508000"/>
            <a:ext cx="1104900" cy="457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r>
              <a:rPr lang="en-US" sz="2600" b="0" i="0" u="none" strike="noStrike" dirty="0">
                <a:solidFill>
                  <a:srgbClr val="FFFFFF"/>
                </a:solidFill>
                <a:latin typeface="Pretendard Bold"/>
              </a:rPr>
              <a:t>Part1-1</a:t>
            </a:r>
          </a:p>
        </p:txBody>
      </p:sp>
    </p:spTree>
    <p:extLst>
      <p:ext uri="{BB962C8B-B14F-4D97-AF65-F5344CB8AC3E}">
        <p14:creationId xmlns:p14="http://schemas.microsoft.com/office/powerpoint/2010/main" val="414671042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FE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E55530A-4CE0-A136-B1ED-2D78C7620E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D806720B-EE50-E918-846A-0CFEB2E49C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9055100" y="-9055100"/>
            <a:ext cx="241300" cy="18338800"/>
          </a:xfrm>
          <a:prstGeom prst="rect">
            <a:avLst/>
          </a:prstGeom>
        </p:spPr>
      </p:pic>
      <p:pic>
        <p:nvPicPr>
          <p:cNvPr id="3" name="Picture 3">
            <a:extLst>
              <a:ext uri="{FF2B5EF4-FFF2-40B4-BE49-F238E27FC236}">
                <a16:creationId xmlns:a16="http://schemas.microsoft.com/office/drawing/2014/main" id="{F6EE6617-CF78-8233-F71D-D3D1DAEF2C53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70000"/>
          </a:blip>
          <a:stretch>
            <a:fillRect/>
          </a:stretch>
        </p:blipFill>
        <p:spPr>
          <a:xfrm>
            <a:off x="838200" y="6489700"/>
            <a:ext cx="2705100" cy="2705100"/>
          </a:xfrm>
          <a:prstGeom prst="rect">
            <a:avLst/>
          </a:prstGeom>
        </p:spPr>
      </p:pic>
      <p:pic>
        <p:nvPicPr>
          <p:cNvPr id="4" name="Picture 4">
            <a:extLst>
              <a:ext uri="{FF2B5EF4-FFF2-40B4-BE49-F238E27FC236}">
                <a16:creationId xmlns:a16="http://schemas.microsoft.com/office/drawing/2014/main" id="{1DA251CA-B132-752D-00FB-FA9C78313E79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30000"/>
          </a:blip>
          <a:stretch>
            <a:fillRect/>
          </a:stretch>
        </p:blipFill>
        <p:spPr>
          <a:xfrm>
            <a:off x="558800" y="5918200"/>
            <a:ext cx="571500" cy="571500"/>
          </a:xfrm>
          <a:prstGeom prst="rect">
            <a:avLst/>
          </a:prstGeom>
        </p:spPr>
      </p:pic>
      <p:pic>
        <p:nvPicPr>
          <p:cNvPr id="5" name="Picture 5">
            <a:extLst>
              <a:ext uri="{FF2B5EF4-FFF2-40B4-BE49-F238E27FC236}">
                <a16:creationId xmlns:a16="http://schemas.microsoft.com/office/drawing/2014/main" id="{CA9A0EA6-3A3B-9148-53CF-7AA747E41B0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462500" y="5626100"/>
            <a:ext cx="609600" cy="609600"/>
          </a:xfrm>
          <a:prstGeom prst="rect">
            <a:avLst/>
          </a:prstGeom>
        </p:spPr>
      </p:pic>
      <p:pic>
        <p:nvPicPr>
          <p:cNvPr id="6" name="Picture 6">
            <a:extLst>
              <a:ext uri="{FF2B5EF4-FFF2-40B4-BE49-F238E27FC236}">
                <a16:creationId xmlns:a16="http://schemas.microsoft.com/office/drawing/2014/main" id="{0908429B-5709-5C9F-BD10-0E2CF03E3D7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540000" y="4330700"/>
            <a:ext cx="13271500" cy="4978400"/>
          </a:xfrm>
          <a:prstGeom prst="rect">
            <a:avLst/>
          </a:prstGeom>
        </p:spPr>
      </p:pic>
      <p:pic>
        <p:nvPicPr>
          <p:cNvPr id="7" name="Picture 7">
            <a:extLst>
              <a:ext uri="{FF2B5EF4-FFF2-40B4-BE49-F238E27FC236}">
                <a16:creationId xmlns:a16="http://schemas.microsoft.com/office/drawing/2014/main" id="{83E341B5-2FAE-C74A-E508-28410D394425}"/>
              </a:ext>
            </a:extLst>
          </p:cNvPr>
          <p:cNvPicPr>
            <a:picLocks noChangeAspect="1"/>
          </p:cNvPicPr>
          <p:nvPr/>
        </p:nvPicPr>
        <p:blipFill>
          <a:blip r:embed="rId7">
            <a:alphaModFix amt="50000"/>
          </a:blip>
          <a:stretch>
            <a:fillRect/>
          </a:stretch>
        </p:blipFill>
        <p:spPr>
          <a:xfrm rot="5400000">
            <a:off x="14770100" y="6616700"/>
            <a:ext cx="3454400" cy="1473200"/>
          </a:xfrm>
          <a:prstGeom prst="rect">
            <a:avLst/>
          </a:prstGeom>
        </p:spPr>
      </p:pic>
      <p:pic>
        <p:nvPicPr>
          <p:cNvPr id="8" name="Picture 8">
            <a:extLst>
              <a:ext uri="{FF2B5EF4-FFF2-40B4-BE49-F238E27FC236}">
                <a16:creationId xmlns:a16="http://schemas.microsoft.com/office/drawing/2014/main" id="{2C78A799-0974-4D96-CEC3-80020095095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07400" y="5181600"/>
            <a:ext cx="1524000" cy="1524000"/>
          </a:xfrm>
          <a:prstGeom prst="rect">
            <a:avLst/>
          </a:prstGeom>
        </p:spPr>
      </p:pic>
      <p:pic>
        <p:nvPicPr>
          <p:cNvPr id="9" name="Picture 9">
            <a:extLst>
              <a:ext uri="{FF2B5EF4-FFF2-40B4-BE49-F238E27FC236}">
                <a16:creationId xmlns:a16="http://schemas.microsoft.com/office/drawing/2014/main" id="{A7C75BB0-DA92-4E5A-8AD4-E0A9DB50D171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2598400" y="5181600"/>
            <a:ext cx="1524000" cy="1524000"/>
          </a:xfrm>
          <a:prstGeom prst="rect">
            <a:avLst/>
          </a:prstGeom>
        </p:spPr>
      </p:pic>
      <p:pic>
        <p:nvPicPr>
          <p:cNvPr id="10" name="Picture 10">
            <a:extLst>
              <a:ext uri="{FF2B5EF4-FFF2-40B4-BE49-F238E27FC236}">
                <a16:creationId xmlns:a16="http://schemas.microsoft.com/office/drawing/2014/main" id="{E6815F6C-B676-49C1-45E9-34004A75BD5A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267200" y="5181600"/>
            <a:ext cx="1524000" cy="1524000"/>
          </a:xfrm>
          <a:prstGeom prst="rect">
            <a:avLst/>
          </a:prstGeom>
        </p:spPr>
      </p:pic>
      <p:pic>
        <p:nvPicPr>
          <p:cNvPr id="11" name="Picture 11">
            <a:extLst>
              <a:ext uri="{FF2B5EF4-FFF2-40B4-BE49-F238E27FC236}">
                <a16:creationId xmlns:a16="http://schemas.microsoft.com/office/drawing/2014/main" id="{C842C1BB-C868-74CE-D855-1876B4DEB26B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314700" y="7493000"/>
            <a:ext cx="3429000" cy="25400"/>
          </a:xfrm>
          <a:prstGeom prst="rect">
            <a:avLst/>
          </a:prstGeom>
        </p:spPr>
      </p:pic>
      <p:pic>
        <p:nvPicPr>
          <p:cNvPr id="12" name="Picture 12">
            <a:extLst>
              <a:ext uri="{FF2B5EF4-FFF2-40B4-BE49-F238E27FC236}">
                <a16:creationId xmlns:a16="http://schemas.microsoft.com/office/drawing/2014/main" id="{FF77237E-700A-5040-34F1-07EC4352617A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454900" y="7493000"/>
            <a:ext cx="3429000" cy="25400"/>
          </a:xfrm>
          <a:prstGeom prst="rect">
            <a:avLst/>
          </a:prstGeom>
        </p:spPr>
      </p:pic>
      <p:pic>
        <p:nvPicPr>
          <p:cNvPr id="13" name="Picture 13">
            <a:extLst>
              <a:ext uri="{FF2B5EF4-FFF2-40B4-BE49-F238E27FC236}">
                <a16:creationId xmlns:a16="http://schemas.microsoft.com/office/drawing/2014/main" id="{857FBAD4-D771-9A19-FF84-72907D6A0C48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1645900" y="7493000"/>
            <a:ext cx="3429000" cy="25400"/>
          </a:xfrm>
          <a:prstGeom prst="rect">
            <a:avLst/>
          </a:prstGeom>
        </p:spPr>
      </p:pic>
      <p:sp>
        <p:nvSpPr>
          <p:cNvPr id="14" name="TextBox 14">
            <a:extLst>
              <a:ext uri="{FF2B5EF4-FFF2-40B4-BE49-F238E27FC236}">
                <a16:creationId xmlns:a16="http://schemas.microsoft.com/office/drawing/2014/main" id="{8CAB1EC0-456D-36C3-3D98-EE4D98E5A7E5}"/>
              </a:ext>
            </a:extLst>
          </p:cNvPr>
          <p:cNvSpPr txBox="1"/>
          <p:nvPr/>
        </p:nvSpPr>
        <p:spPr>
          <a:xfrm>
            <a:off x="3746500" y="6781800"/>
            <a:ext cx="2565400" cy="4445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r>
              <a:rPr lang="ko-KR" sz="2500" b="0" i="0" u="none" strike="noStrike">
                <a:solidFill>
                  <a:srgbClr val="000000"/>
                </a:solidFill>
                <a:ea typeface="Hakgyoansim Chulseokbu TTF B"/>
              </a:rPr>
              <a:t>첫번째</a:t>
            </a:r>
            <a:r>
              <a:rPr lang="en-US" sz="2500" b="0" i="0" u="none" strike="noStrike">
                <a:solidFill>
                  <a:srgbClr val="000000"/>
                </a:solidFill>
                <a:latin typeface="Hakgyoansim Chulseokbu TTF B"/>
              </a:rPr>
              <a:t> </a:t>
            </a:r>
            <a:r>
              <a:rPr lang="ko-KR" sz="2500" b="0" i="0" u="none" strike="noStrike">
                <a:solidFill>
                  <a:srgbClr val="000000"/>
                </a:solidFill>
                <a:ea typeface="Hakgyoansim Chulseokbu TTF B"/>
              </a:rPr>
              <a:t>키워드</a:t>
            </a:r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3BD76EF5-07B2-A901-D7CD-3F4EF61DF1BC}"/>
              </a:ext>
            </a:extLst>
          </p:cNvPr>
          <p:cNvSpPr txBox="1"/>
          <p:nvPr/>
        </p:nvSpPr>
        <p:spPr>
          <a:xfrm>
            <a:off x="7886700" y="6781800"/>
            <a:ext cx="2565400" cy="4445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r>
              <a:rPr lang="ko-KR" sz="2500" b="0" i="0" u="none" strike="noStrike">
                <a:solidFill>
                  <a:srgbClr val="FFFFFF"/>
                </a:solidFill>
                <a:ea typeface="Hakgyoansim Chulseokbu TTF B"/>
              </a:rPr>
              <a:t>두번째</a:t>
            </a:r>
            <a:r>
              <a:rPr lang="en-US" sz="2500" b="0" i="0" u="none" strike="noStrike">
                <a:solidFill>
                  <a:srgbClr val="FFFFFF"/>
                </a:solidFill>
                <a:latin typeface="Hakgyoansim Chulseokbu TTF B"/>
              </a:rPr>
              <a:t> </a:t>
            </a:r>
            <a:r>
              <a:rPr lang="ko-KR" sz="2500" b="0" i="0" u="none" strike="noStrike">
                <a:solidFill>
                  <a:srgbClr val="FFFFFF"/>
                </a:solidFill>
                <a:ea typeface="Hakgyoansim Chulseokbu TTF B"/>
              </a:rPr>
              <a:t>키워드</a:t>
            </a:r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AC73CE80-5A81-E6D8-41D8-B4B62ADEB40E}"/>
              </a:ext>
            </a:extLst>
          </p:cNvPr>
          <p:cNvSpPr txBox="1"/>
          <p:nvPr/>
        </p:nvSpPr>
        <p:spPr>
          <a:xfrm>
            <a:off x="12077700" y="6781800"/>
            <a:ext cx="2565400" cy="4445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r>
              <a:rPr lang="ko-KR" sz="2500" b="0" i="0" u="none" strike="noStrike">
                <a:solidFill>
                  <a:srgbClr val="FFFFFF"/>
                </a:solidFill>
                <a:ea typeface="Hakgyoansim Chulseokbu TTF B"/>
              </a:rPr>
              <a:t>세번째</a:t>
            </a:r>
            <a:r>
              <a:rPr lang="en-US" sz="2500" b="0" i="0" u="none" strike="noStrike">
                <a:solidFill>
                  <a:srgbClr val="FFFFFF"/>
                </a:solidFill>
                <a:latin typeface="Hakgyoansim Chulseokbu TTF B"/>
              </a:rPr>
              <a:t> </a:t>
            </a:r>
            <a:r>
              <a:rPr lang="ko-KR" sz="2500" b="0" i="0" u="none" strike="noStrike">
                <a:solidFill>
                  <a:srgbClr val="FFFFFF"/>
                </a:solidFill>
                <a:ea typeface="Hakgyoansim Chulseokbu TTF B"/>
              </a:rPr>
              <a:t>키워드</a:t>
            </a:r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19F94B10-F23D-8153-4955-CF005A906339}"/>
              </a:ext>
            </a:extLst>
          </p:cNvPr>
          <p:cNvSpPr txBox="1"/>
          <p:nvPr/>
        </p:nvSpPr>
        <p:spPr>
          <a:xfrm>
            <a:off x="3530600" y="7823200"/>
            <a:ext cx="2984500" cy="711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24499"/>
              </a:lnSpc>
            </a:pPr>
            <a:r>
              <a:rPr lang="en-US" sz="1900" b="0" i="0" u="none" strike="noStrike">
                <a:solidFill>
                  <a:srgbClr val="525252"/>
                </a:solidFill>
                <a:ea typeface="Pretendard Light"/>
              </a:rPr>
              <a:t>◦ </a:t>
            </a:r>
            <a:r>
              <a:rPr lang="ko-KR" sz="1900" b="0" i="0" u="none" strike="noStrike">
                <a:solidFill>
                  <a:srgbClr val="525252"/>
                </a:solidFill>
                <a:ea typeface="Pretendard Light"/>
              </a:rPr>
              <a:t>세부</a:t>
            </a:r>
            <a:r>
              <a:rPr lang="en-US" sz="1900" b="0" i="0" u="none" strike="noStrike">
                <a:solidFill>
                  <a:srgbClr val="525252"/>
                </a:solidFill>
                <a:latin typeface="Pretendard Light"/>
              </a:rPr>
              <a:t> </a:t>
            </a:r>
            <a:r>
              <a:rPr lang="ko-KR" sz="1900" b="0" i="0" u="none" strike="noStrike">
                <a:solidFill>
                  <a:srgbClr val="525252"/>
                </a:solidFill>
                <a:ea typeface="Pretendard Light"/>
              </a:rPr>
              <a:t>내용을</a:t>
            </a:r>
            <a:r>
              <a:rPr lang="en-US" sz="1900" b="0" i="0" u="none" strike="noStrike">
                <a:solidFill>
                  <a:srgbClr val="525252"/>
                </a:solidFill>
                <a:latin typeface="Pretendard Light"/>
              </a:rPr>
              <a:t> </a:t>
            </a:r>
            <a:r>
              <a:rPr lang="ko-KR" sz="1900" b="0" i="0" u="none" strike="noStrike">
                <a:solidFill>
                  <a:srgbClr val="525252"/>
                </a:solidFill>
                <a:ea typeface="Pretendard Light"/>
              </a:rPr>
              <a:t>입력해주세요</a:t>
            </a:r>
            <a:r>
              <a:rPr lang="en-US" sz="1900" b="0" i="0" u="none" strike="noStrike">
                <a:solidFill>
                  <a:srgbClr val="525252"/>
                </a:solidFill>
                <a:latin typeface="Pretendard Light"/>
              </a:rPr>
              <a:t>.</a:t>
            </a:r>
          </a:p>
          <a:p>
            <a:pPr lvl="0" algn="ctr">
              <a:lnSpc>
                <a:spcPct val="124499"/>
              </a:lnSpc>
            </a:pPr>
            <a:r>
              <a:rPr lang="en-US" sz="1900" b="0" i="0" u="none" strike="noStrike">
                <a:solidFill>
                  <a:srgbClr val="525252"/>
                </a:solidFill>
                <a:ea typeface="Pretendard Light"/>
              </a:rPr>
              <a:t>◦ </a:t>
            </a:r>
            <a:r>
              <a:rPr lang="ko-KR" sz="1900" b="0" i="0" u="none" strike="noStrike">
                <a:solidFill>
                  <a:srgbClr val="525252"/>
                </a:solidFill>
                <a:ea typeface="Pretendard Light"/>
              </a:rPr>
              <a:t>세부</a:t>
            </a:r>
            <a:r>
              <a:rPr lang="en-US" sz="1900" b="0" i="0" u="none" strike="noStrike">
                <a:solidFill>
                  <a:srgbClr val="525252"/>
                </a:solidFill>
                <a:latin typeface="Pretendard Light"/>
              </a:rPr>
              <a:t> </a:t>
            </a:r>
            <a:r>
              <a:rPr lang="ko-KR" sz="1900" b="0" i="0" u="none" strike="noStrike">
                <a:solidFill>
                  <a:srgbClr val="525252"/>
                </a:solidFill>
                <a:ea typeface="Pretendard Light"/>
              </a:rPr>
              <a:t>내용을</a:t>
            </a:r>
            <a:r>
              <a:rPr lang="en-US" sz="1900" b="0" i="0" u="none" strike="noStrike">
                <a:solidFill>
                  <a:srgbClr val="525252"/>
                </a:solidFill>
                <a:latin typeface="Pretendard Light"/>
              </a:rPr>
              <a:t> </a:t>
            </a:r>
            <a:r>
              <a:rPr lang="ko-KR" sz="1900" b="0" i="0" u="none" strike="noStrike">
                <a:solidFill>
                  <a:srgbClr val="525252"/>
                </a:solidFill>
                <a:ea typeface="Pretendard Light"/>
              </a:rPr>
              <a:t>입력해주세요</a:t>
            </a:r>
            <a:r>
              <a:rPr lang="en-US" sz="1900" b="0" i="0" u="none" strike="noStrike">
                <a:solidFill>
                  <a:srgbClr val="525252"/>
                </a:solidFill>
                <a:latin typeface="Pretendard Light"/>
              </a:rPr>
              <a:t>.</a:t>
            </a:r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96CB54CE-9E84-0A7E-8055-D959F5FCD194}"/>
              </a:ext>
            </a:extLst>
          </p:cNvPr>
          <p:cNvSpPr txBox="1"/>
          <p:nvPr/>
        </p:nvSpPr>
        <p:spPr>
          <a:xfrm>
            <a:off x="7670800" y="7823200"/>
            <a:ext cx="2984500" cy="711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24499"/>
              </a:lnSpc>
            </a:pPr>
            <a:r>
              <a:rPr lang="en-US" sz="1900" b="0" i="0" u="none" strike="noStrike">
                <a:solidFill>
                  <a:srgbClr val="FFFFFF"/>
                </a:solidFill>
                <a:ea typeface="Pretendard Light"/>
              </a:rPr>
              <a:t>◦ </a:t>
            </a:r>
            <a:r>
              <a:rPr lang="ko-KR" sz="1900" b="0" i="0" u="none" strike="noStrike">
                <a:solidFill>
                  <a:srgbClr val="FFFFFF"/>
                </a:solidFill>
                <a:ea typeface="Pretendard Light"/>
              </a:rPr>
              <a:t>세부</a:t>
            </a:r>
            <a:r>
              <a:rPr lang="en-US" sz="1900" b="0" i="0" u="none" strike="noStrike">
                <a:solidFill>
                  <a:srgbClr val="FFFFFF"/>
                </a:solidFill>
                <a:latin typeface="Pretendard Light"/>
              </a:rPr>
              <a:t> </a:t>
            </a:r>
            <a:r>
              <a:rPr lang="ko-KR" sz="1900" b="0" i="0" u="none" strike="noStrike">
                <a:solidFill>
                  <a:srgbClr val="FFFFFF"/>
                </a:solidFill>
                <a:ea typeface="Pretendard Light"/>
              </a:rPr>
              <a:t>내용을</a:t>
            </a:r>
            <a:r>
              <a:rPr lang="en-US" sz="1900" b="0" i="0" u="none" strike="noStrike">
                <a:solidFill>
                  <a:srgbClr val="FFFFFF"/>
                </a:solidFill>
                <a:latin typeface="Pretendard Light"/>
              </a:rPr>
              <a:t> </a:t>
            </a:r>
            <a:r>
              <a:rPr lang="ko-KR" sz="1900" b="0" i="0" u="none" strike="noStrike">
                <a:solidFill>
                  <a:srgbClr val="FFFFFF"/>
                </a:solidFill>
                <a:ea typeface="Pretendard Light"/>
              </a:rPr>
              <a:t>입력해주세요</a:t>
            </a:r>
            <a:r>
              <a:rPr lang="en-US" sz="1900" b="0" i="0" u="none" strike="noStrike">
                <a:solidFill>
                  <a:srgbClr val="FFFFFF"/>
                </a:solidFill>
                <a:latin typeface="Pretendard Light"/>
              </a:rPr>
              <a:t>.</a:t>
            </a:r>
          </a:p>
          <a:p>
            <a:pPr lvl="0" algn="ctr">
              <a:lnSpc>
                <a:spcPct val="124499"/>
              </a:lnSpc>
            </a:pPr>
            <a:r>
              <a:rPr lang="en-US" sz="1900" b="0" i="0" u="none" strike="noStrike">
                <a:solidFill>
                  <a:srgbClr val="FFFFFF"/>
                </a:solidFill>
                <a:ea typeface="Pretendard Light"/>
              </a:rPr>
              <a:t>◦ </a:t>
            </a:r>
            <a:r>
              <a:rPr lang="ko-KR" sz="1900" b="0" i="0" u="none" strike="noStrike">
                <a:solidFill>
                  <a:srgbClr val="FFFFFF"/>
                </a:solidFill>
                <a:ea typeface="Pretendard Light"/>
              </a:rPr>
              <a:t>세부</a:t>
            </a:r>
            <a:r>
              <a:rPr lang="en-US" sz="1900" b="0" i="0" u="none" strike="noStrike">
                <a:solidFill>
                  <a:srgbClr val="FFFFFF"/>
                </a:solidFill>
                <a:latin typeface="Pretendard Light"/>
              </a:rPr>
              <a:t> </a:t>
            </a:r>
            <a:r>
              <a:rPr lang="ko-KR" sz="1900" b="0" i="0" u="none" strike="noStrike">
                <a:solidFill>
                  <a:srgbClr val="FFFFFF"/>
                </a:solidFill>
                <a:ea typeface="Pretendard Light"/>
              </a:rPr>
              <a:t>내용을</a:t>
            </a:r>
            <a:r>
              <a:rPr lang="en-US" sz="1900" b="0" i="0" u="none" strike="noStrike">
                <a:solidFill>
                  <a:srgbClr val="FFFFFF"/>
                </a:solidFill>
                <a:latin typeface="Pretendard Light"/>
              </a:rPr>
              <a:t> </a:t>
            </a:r>
            <a:r>
              <a:rPr lang="ko-KR" sz="1900" b="0" i="0" u="none" strike="noStrike">
                <a:solidFill>
                  <a:srgbClr val="FFFFFF"/>
                </a:solidFill>
                <a:ea typeface="Pretendard Light"/>
              </a:rPr>
              <a:t>입력해주세요</a:t>
            </a:r>
            <a:r>
              <a:rPr lang="en-US" sz="1900" b="0" i="0" u="none" strike="noStrike">
                <a:solidFill>
                  <a:srgbClr val="FFFFFF"/>
                </a:solidFill>
                <a:latin typeface="Pretendard Light"/>
              </a:rPr>
              <a:t>.</a:t>
            </a:r>
          </a:p>
        </p:txBody>
      </p:sp>
      <p:sp>
        <p:nvSpPr>
          <p:cNvPr id="19" name="TextBox 19">
            <a:extLst>
              <a:ext uri="{FF2B5EF4-FFF2-40B4-BE49-F238E27FC236}">
                <a16:creationId xmlns:a16="http://schemas.microsoft.com/office/drawing/2014/main" id="{77EA6128-2120-C3B3-9A06-6CD1E7D428E4}"/>
              </a:ext>
            </a:extLst>
          </p:cNvPr>
          <p:cNvSpPr txBox="1"/>
          <p:nvPr/>
        </p:nvSpPr>
        <p:spPr>
          <a:xfrm>
            <a:off x="11861800" y="7823200"/>
            <a:ext cx="2984500" cy="711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24499"/>
              </a:lnSpc>
            </a:pPr>
            <a:r>
              <a:rPr lang="en-US" sz="1900" b="0" i="0" u="none" strike="noStrike">
                <a:solidFill>
                  <a:srgbClr val="FFFFFF"/>
                </a:solidFill>
                <a:ea typeface="Pretendard Light"/>
              </a:rPr>
              <a:t>◦ </a:t>
            </a:r>
            <a:r>
              <a:rPr lang="ko-KR" sz="1900" b="0" i="0" u="none" strike="noStrike">
                <a:solidFill>
                  <a:srgbClr val="FFFFFF"/>
                </a:solidFill>
                <a:ea typeface="Pretendard Light"/>
              </a:rPr>
              <a:t>세부</a:t>
            </a:r>
            <a:r>
              <a:rPr lang="en-US" sz="1900" b="0" i="0" u="none" strike="noStrike">
                <a:solidFill>
                  <a:srgbClr val="FFFFFF"/>
                </a:solidFill>
                <a:latin typeface="Pretendard Light"/>
              </a:rPr>
              <a:t> </a:t>
            </a:r>
            <a:r>
              <a:rPr lang="ko-KR" sz="1900" b="0" i="0" u="none" strike="noStrike">
                <a:solidFill>
                  <a:srgbClr val="FFFFFF"/>
                </a:solidFill>
                <a:ea typeface="Pretendard Light"/>
              </a:rPr>
              <a:t>내용을</a:t>
            </a:r>
            <a:r>
              <a:rPr lang="en-US" sz="1900" b="0" i="0" u="none" strike="noStrike">
                <a:solidFill>
                  <a:srgbClr val="FFFFFF"/>
                </a:solidFill>
                <a:latin typeface="Pretendard Light"/>
              </a:rPr>
              <a:t> </a:t>
            </a:r>
            <a:r>
              <a:rPr lang="ko-KR" sz="1900" b="0" i="0" u="none" strike="noStrike">
                <a:solidFill>
                  <a:srgbClr val="FFFFFF"/>
                </a:solidFill>
                <a:ea typeface="Pretendard Light"/>
              </a:rPr>
              <a:t>입력해주세요</a:t>
            </a:r>
            <a:r>
              <a:rPr lang="en-US" sz="1900" b="0" i="0" u="none" strike="noStrike">
                <a:solidFill>
                  <a:srgbClr val="FFFFFF"/>
                </a:solidFill>
                <a:latin typeface="Pretendard Light"/>
              </a:rPr>
              <a:t>.</a:t>
            </a:r>
          </a:p>
          <a:p>
            <a:pPr lvl="0" algn="ctr">
              <a:lnSpc>
                <a:spcPct val="124499"/>
              </a:lnSpc>
            </a:pPr>
            <a:r>
              <a:rPr lang="en-US" sz="1900" b="0" i="0" u="none" strike="noStrike">
                <a:solidFill>
                  <a:srgbClr val="FFFFFF"/>
                </a:solidFill>
                <a:ea typeface="Pretendard Light"/>
              </a:rPr>
              <a:t>◦ </a:t>
            </a:r>
            <a:r>
              <a:rPr lang="ko-KR" sz="1900" b="0" i="0" u="none" strike="noStrike">
                <a:solidFill>
                  <a:srgbClr val="FFFFFF"/>
                </a:solidFill>
                <a:ea typeface="Pretendard Light"/>
              </a:rPr>
              <a:t>세부</a:t>
            </a:r>
            <a:r>
              <a:rPr lang="en-US" sz="1900" b="0" i="0" u="none" strike="noStrike">
                <a:solidFill>
                  <a:srgbClr val="FFFFFF"/>
                </a:solidFill>
                <a:latin typeface="Pretendard Light"/>
              </a:rPr>
              <a:t> </a:t>
            </a:r>
            <a:r>
              <a:rPr lang="ko-KR" sz="1900" b="0" i="0" u="none" strike="noStrike">
                <a:solidFill>
                  <a:srgbClr val="FFFFFF"/>
                </a:solidFill>
                <a:ea typeface="Pretendard Light"/>
              </a:rPr>
              <a:t>내용을</a:t>
            </a:r>
            <a:r>
              <a:rPr lang="en-US" sz="1900" b="0" i="0" u="none" strike="noStrike">
                <a:solidFill>
                  <a:srgbClr val="FFFFFF"/>
                </a:solidFill>
                <a:latin typeface="Pretendard Light"/>
              </a:rPr>
              <a:t> </a:t>
            </a:r>
            <a:r>
              <a:rPr lang="ko-KR" sz="1900" b="0" i="0" u="none" strike="noStrike">
                <a:solidFill>
                  <a:srgbClr val="FFFFFF"/>
                </a:solidFill>
                <a:ea typeface="Pretendard Light"/>
              </a:rPr>
              <a:t>입력해주세요</a:t>
            </a:r>
            <a:r>
              <a:rPr lang="en-US" sz="1900" b="0" i="0" u="none" strike="noStrike">
                <a:solidFill>
                  <a:srgbClr val="FFFFFF"/>
                </a:solidFill>
                <a:latin typeface="Pretendard Light"/>
              </a:rPr>
              <a:t>.</a:t>
            </a:r>
          </a:p>
        </p:txBody>
      </p:sp>
      <p:sp>
        <p:nvSpPr>
          <p:cNvPr id="20" name="TextBox 20">
            <a:extLst>
              <a:ext uri="{FF2B5EF4-FFF2-40B4-BE49-F238E27FC236}">
                <a16:creationId xmlns:a16="http://schemas.microsoft.com/office/drawing/2014/main" id="{50C8566C-8CB0-00D0-0293-201F1EF2E712}"/>
              </a:ext>
            </a:extLst>
          </p:cNvPr>
          <p:cNvSpPr txBox="1"/>
          <p:nvPr/>
        </p:nvSpPr>
        <p:spPr>
          <a:xfrm>
            <a:off x="15595600" y="508000"/>
            <a:ext cx="2273300" cy="2540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r">
              <a:lnSpc>
                <a:spcPct val="124499"/>
              </a:lnSpc>
            </a:pPr>
            <a:r>
              <a:rPr lang="en-US" sz="1400" b="0" i="0" u="none" strike="noStrike" spc="100">
                <a:solidFill>
                  <a:srgbClr val="3B7DDD"/>
                </a:solidFill>
                <a:latin typeface="Pretendard SemiBold"/>
              </a:rPr>
              <a:t>MIRI COMPANY</a:t>
            </a:r>
          </a:p>
        </p:txBody>
      </p:sp>
      <p:sp>
        <p:nvSpPr>
          <p:cNvPr id="21" name="TextBox 21">
            <a:extLst>
              <a:ext uri="{FF2B5EF4-FFF2-40B4-BE49-F238E27FC236}">
                <a16:creationId xmlns:a16="http://schemas.microsoft.com/office/drawing/2014/main" id="{EE1A3AF9-241C-20B8-3477-71911A3DBEDF}"/>
              </a:ext>
            </a:extLst>
          </p:cNvPr>
          <p:cNvSpPr txBox="1"/>
          <p:nvPr/>
        </p:nvSpPr>
        <p:spPr>
          <a:xfrm>
            <a:off x="419100" y="508000"/>
            <a:ext cx="2273300" cy="2540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24499"/>
              </a:lnSpc>
            </a:pPr>
            <a:r>
              <a:rPr lang="en-US" sz="1400" b="0" i="0" u="none" strike="noStrike" spc="100">
                <a:solidFill>
                  <a:srgbClr val="3B7DDD"/>
                </a:solidFill>
                <a:latin typeface="Pretendard SemiBold"/>
              </a:rPr>
              <a:t>PRESENTATION</a:t>
            </a:r>
          </a:p>
        </p:txBody>
      </p:sp>
      <p:sp>
        <p:nvSpPr>
          <p:cNvPr id="22" name="TextBox 22">
            <a:extLst>
              <a:ext uri="{FF2B5EF4-FFF2-40B4-BE49-F238E27FC236}">
                <a16:creationId xmlns:a16="http://schemas.microsoft.com/office/drawing/2014/main" id="{875128DA-729D-7E91-BE58-D7E3F1DF8126}"/>
              </a:ext>
            </a:extLst>
          </p:cNvPr>
          <p:cNvSpPr txBox="1"/>
          <p:nvPr/>
        </p:nvSpPr>
        <p:spPr>
          <a:xfrm>
            <a:off x="8128000" y="1295400"/>
            <a:ext cx="2032000" cy="10668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en-US" sz="6000" b="0" i="0" u="none" strike="noStrike" dirty="0">
                <a:solidFill>
                  <a:srgbClr val="004AB6"/>
                </a:solidFill>
                <a:latin typeface="Pretendard SemiBold"/>
              </a:rPr>
              <a:t>02</a:t>
            </a:r>
          </a:p>
        </p:txBody>
      </p:sp>
      <p:sp>
        <p:nvSpPr>
          <p:cNvPr id="23" name="TextBox 23">
            <a:extLst>
              <a:ext uri="{FF2B5EF4-FFF2-40B4-BE49-F238E27FC236}">
                <a16:creationId xmlns:a16="http://schemas.microsoft.com/office/drawing/2014/main" id="{FECEE6ED-8233-A80B-B9E5-B71F67CADEF4}"/>
              </a:ext>
            </a:extLst>
          </p:cNvPr>
          <p:cNvSpPr txBox="1"/>
          <p:nvPr/>
        </p:nvSpPr>
        <p:spPr>
          <a:xfrm>
            <a:off x="4533900" y="2324100"/>
            <a:ext cx="9220200" cy="11938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ko-KR" sz="6700" b="0" i="0" u="none" strike="noStrike" dirty="0">
                <a:solidFill>
                  <a:srgbClr val="201A74"/>
                </a:solidFill>
                <a:ea typeface="Hakgyoansim Chulseokbu TTF B"/>
              </a:rPr>
              <a:t>아이콘</a:t>
            </a:r>
            <a:r>
              <a:rPr lang="en-US" sz="6700" b="0" i="0" u="none" strike="noStrike" dirty="0">
                <a:solidFill>
                  <a:srgbClr val="201A74"/>
                </a:solidFill>
                <a:latin typeface="Hakgyoansim Chulseokbu TTF B"/>
              </a:rPr>
              <a:t> </a:t>
            </a:r>
            <a:r>
              <a:rPr lang="ko-KR" sz="6700" b="0" i="0" u="none" strike="noStrike" dirty="0">
                <a:solidFill>
                  <a:srgbClr val="201A74"/>
                </a:solidFill>
                <a:ea typeface="Hakgyoansim Chulseokbu TTF B"/>
              </a:rPr>
              <a:t>있는</a:t>
            </a:r>
            <a:r>
              <a:rPr lang="en-US" sz="6700" b="0" i="0" u="none" strike="noStrike" dirty="0">
                <a:solidFill>
                  <a:srgbClr val="201A74"/>
                </a:solidFill>
                <a:latin typeface="Hakgyoansim Chulseokbu TTF B"/>
              </a:rPr>
              <a:t> </a:t>
            </a:r>
            <a:r>
              <a:rPr lang="ko-KR" sz="6700" b="0" i="0" u="none" strike="noStrike" dirty="0">
                <a:solidFill>
                  <a:srgbClr val="201A74"/>
                </a:solidFill>
                <a:ea typeface="Hakgyoansim Chulseokbu TTF B"/>
              </a:rPr>
              <a:t>레이아웃</a:t>
            </a:r>
          </a:p>
        </p:txBody>
      </p:sp>
    </p:spTree>
    <p:extLst>
      <p:ext uri="{BB962C8B-B14F-4D97-AF65-F5344CB8AC3E}">
        <p14:creationId xmlns:p14="http://schemas.microsoft.com/office/powerpoint/2010/main" val="39487450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F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alphaModFix amt="50000"/>
          </a:blip>
          <a:stretch>
            <a:fillRect/>
          </a:stretch>
        </p:blipFill>
        <p:spPr>
          <a:xfrm>
            <a:off x="1181100" y="5778500"/>
            <a:ext cx="4775200" cy="20320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>
            <a:alphaModFix amt="50000"/>
          </a:blip>
          <a:stretch>
            <a:fillRect/>
          </a:stretch>
        </p:blipFill>
        <p:spPr>
          <a:xfrm>
            <a:off x="13335000" y="4000500"/>
            <a:ext cx="3708400" cy="37084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9055100" y="-9055100"/>
            <a:ext cx="241300" cy="18338800"/>
          </a:xfrm>
          <a:prstGeom prst="rect">
            <a:avLst/>
          </a:prstGeom>
        </p:spPr>
      </p:pic>
      <p:sp>
        <p:nvSpPr>
          <p:cNvPr id="5" name="TextBox 5"/>
          <p:cNvSpPr txBox="1"/>
          <p:nvPr/>
        </p:nvSpPr>
        <p:spPr>
          <a:xfrm>
            <a:off x="15595600" y="508000"/>
            <a:ext cx="2273300" cy="2540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r">
              <a:lnSpc>
                <a:spcPct val="124499"/>
              </a:lnSpc>
            </a:pPr>
            <a:r>
              <a:rPr lang="en-US" sz="1400" b="0" i="0" u="none" strike="noStrike" spc="100">
                <a:solidFill>
                  <a:srgbClr val="3B7DDD"/>
                </a:solidFill>
                <a:latin typeface="Pretendard SemiBold"/>
              </a:rPr>
              <a:t>MIRI COMPANY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419100" y="508000"/>
            <a:ext cx="2273300" cy="2540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24499"/>
              </a:lnSpc>
            </a:pPr>
            <a:r>
              <a:rPr lang="en-US" sz="1400" b="0" i="0" u="none" strike="noStrike" spc="100">
                <a:solidFill>
                  <a:srgbClr val="3B7DDD"/>
                </a:solidFill>
                <a:latin typeface="Pretendard SemiBold"/>
              </a:rPr>
              <a:t>PRESENTATION</a:t>
            </a:r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76500" y="3937000"/>
            <a:ext cx="3810000" cy="3810000"/>
          </a:xfrm>
          <a:prstGeom prst="rect">
            <a:avLst/>
          </a:prstGeom>
        </p:spPr>
      </p:pic>
      <p:sp>
        <p:nvSpPr>
          <p:cNvPr id="8" name="TextBox 8"/>
          <p:cNvSpPr txBox="1"/>
          <p:nvPr/>
        </p:nvSpPr>
        <p:spPr>
          <a:xfrm>
            <a:off x="2120900" y="8077200"/>
            <a:ext cx="4533900" cy="4064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ko-KR" sz="2300" b="0" i="0" u="none" strike="noStrike">
                <a:solidFill>
                  <a:srgbClr val="000000"/>
                </a:solidFill>
                <a:ea typeface="Hakgyoansim Chulseokbu TTF B"/>
              </a:rPr>
              <a:t>핵심</a:t>
            </a:r>
            <a:r>
              <a:rPr lang="en-US" sz="2300" b="0" i="0" u="none" strike="noStrike">
                <a:solidFill>
                  <a:srgbClr val="000000"/>
                </a:solidFill>
                <a:latin typeface="Hakgyoansim Chulseokbu TTF B"/>
              </a:rPr>
              <a:t> </a:t>
            </a:r>
            <a:r>
              <a:rPr lang="ko-KR" sz="2300" b="0" i="0" u="none" strike="noStrike">
                <a:solidFill>
                  <a:srgbClr val="000000"/>
                </a:solidFill>
                <a:ea typeface="Hakgyoansim Chulseokbu TTF B"/>
              </a:rPr>
              <a:t>키워드를</a:t>
            </a:r>
            <a:r>
              <a:rPr lang="en-US" sz="2300" b="0" i="0" u="none" strike="noStrike">
                <a:solidFill>
                  <a:srgbClr val="000000"/>
                </a:solidFill>
                <a:latin typeface="Hakgyoansim Chulseokbu TTF B"/>
              </a:rPr>
              <a:t> </a:t>
            </a:r>
            <a:r>
              <a:rPr lang="ko-KR" sz="2300" b="0" i="0" u="none" strike="noStrike">
                <a:solidFill>
                  <a:srgbClr val="000000"/>
                </a:solidFill>
                <a:ea typeface="Hakgyoansim Chulseokbu TTF B"/>
              </a:rPr>
              <a:t>입력해주세요</a:t>
            </a:r>
            <a:r>
              <a:rPr lang="en-US" sz="2300" b="0" i="0" u="none" strike="noStrike">
                <a:solidFill>
                  <a:srgbClr val="000000"/>
                </a:solidFill>
                <a:latin typeface="Hakgyoansim Chulseokbu TTF B"/>
              </a:rPr>
              <a:t>.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981200" y="8801100"/>
            <a:ext cx="4813300" cy="711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24499"/>
              </a:lnSpc>
            </a:pPr>
            <a:r>
              <a:rPr lang="ko-KR" sz="1900" b="0" i="0" u="none" strike="noStrike">
                <a:solidFill>
                  <a:srgbClr val="000000"/>
                </a:solidFill>
                <a:ea typeface="Pretendard Light"/>
              </a:rPr>
              <a:t>주제에</a:t>
            </a:r>
            <a:r>
              <a:rPr lang="en-US" sz="1900" b="0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900" b="0" i="0" u="none" strike="noStrike">
                <a:solidFill>
                  <a:srgbClr val="000000"/>
                </a:solidFill>
                <a:ea typeface="Pretendard Light"/>
              </a:rPr>
              <a:t>대한</a:t>
            </a:r>
            <a:r>
              <a:rPr lang="en-US" sz="1900" b="0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900" b="0" i="0" u="none" strike="noStrike">
                <a:solidFill>
                  <a:srgbClr val="000000"/>
                </a:solidFill>
                <a:ea typeface="Pretendard Light"/>
              </a:rPr>
              <a:t>내용을</a:t>
            </a:r>
            <a:r>
              <a:rPr lang="en-US" sz="1900" b="0" i="0" u="none" strike="noStrike">
                <a:solidFill>
                  <a:srgbClr val="000000"/>
                </a:solidFill>
                <a:latin typeface="Pretendard Light"/>
              </a:rPr>
              <a:t> </a:t>
            </a:r>
            <a:r>
              <a:rPr lang="ko-KR" sz="1900" b="0" i="0" u="none" strike="noStrike">
                <a:solidFill>
                  <a:srgbClr val="000000"/>
                </a:solidFill>
                <a:ea typeface="Pretendard Light"/>
              </a:rPr>
              <a:t>간략하게</a:t>
            </a:r>
            <a:r>
              <a:rPr lang="en-US" sz="1900" b="0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900" b="0" i="0" u="none" strike="noStrike">
                <a:solidFill>
                  <a:srgbClr val="000000"/>
                </a:solidFill>
                <a:ea typeface="Pretendard Light"/>
              </a:rPr>
              <a:t>입력해주세요</a:t>
            </a:r>
            <a:r>
              <a:rPr lang="en-US" sz="1900" b="0" i="0" u="none" strike="noStrike">
                <a:solidFill>
                  <a:srgbClr val="000000"/>
                </a:solidFill>
                <a:latin typeface="Pretendard Light"/>
              </a:rPr>
              <a:t>.</a:t>
            </a:r>
          </a:p>
          <a:p>
            <a:pPr lvl="0" algn="ctr">
              <a:lnSpc>
                <a:spcPct val="124499"/>
              </a:lnSpc>
            </a:pPr>
            <a:r>
              <a:rPr lang="ko-KR" sz="1900" b="0" i="0" u="none" strike="noStrike">
                <a:solidFill>
                  <a:srgbClr val="000000"/>
                </a:solidFill>
                <a:ea typeface="Pretendard Light"/>
              </a:rPr>
              <a:t>이미지에서</a:t>
            </a:r>
            <a:r>
              <a:rPr lang="en-US" sz="1900" b="0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900" b="0" i="0" u="none" strike="noStrike">
                <a:solidFill>
                  <a:srgbClr val="000000"/>
                </a:solidFill>
                <a:ea typeface="Pretendard Light"/>
              </a:rPr>
              <a:t>말하고자하는</a:t>
            </a:r>
            <a:r>
              <a:rPr lang="en-US" sz="1900" b="0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900" b="0" i="0" u="none" strike="noStrike">
                <a:solidFill>
                  <a:srgbClr val="000000"/>
                </a:solidFill>
                <a:ea typeface="Pretendard Light"/>
              </a:rPr>
              <a:t>내용을</a:t>
            </a:r>
            <a:r>
              <a:rPr lang="en-US" sz="1900" b="0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900" b="0" i="0" u="none" strike="noStrike">
                <a:solidFill>
                  <a:srgbClr val="000000"/>
                </a:solidFill>
                <a:ea typeface="Pretendard Light"/>
              </a:rPr>
              <a:t>알려주세요</a:t>
            </a:r>
            <a:r>
              <a:rPr lang="en-US" sz="1900" b="0" i="0" u="none" strike="noStrike">
                <a:solidFill>
                  <a:srgbClr val="000000"/>
                </a:solidFill>
                <a:latin typeface="Pretendard Light"/>
              </a:rPr>
              <a:t>. </a:t>
            </a:r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39000" y="3937000"/>
            <a:ext cx="3810000" cy="3810000"/>
          </a:xfrm>
          <a:prstGeom prst="rect">
            <a:avLst/>
          </a:prstGeom>
        </p:spPr>
      </p:pic>
      <p:sp>
        <p:nvSpPr>
          <p:cNvPr id="11" name="TextBox 11"/>
          <p:cNvSpPr txBox="1"/>
          <p:nvPr/>
        </p:nvSpPr>
        <p:spPr>
          <a:xfrm>
            <a:off x="6883400" y="8077200"/>
            <a:ext cx="4533900" cy="4064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ko-KR" sz="2300" b="0" i="0" u="none" strike="noStrike">
                <a:solidFill>
                  <a:srgbClr val="000000"/>
                </a:solidFill>
                <a:ea typeface="Hakgyoansim Chulseokbu TTF B"/>
              </a:rPr>
              <a:t>핵심</a:t>
            </a:r>
            <a:r>
              <a:rPr lang="en-US" sz="2300" b="0" i="0" u="none" strike="noStrike">
                <a:solidFill>
                  <a:srgbClr val="000000"/>
                </a:solidFill>
                <a:latin typeface="Hakgyoansim Chulseokbu TTF B"/>
              </a:rPr>
              <a:t> </a:t>
            </a:r>
            <a:r>
              <a:rPr lang="ko-KR" sz="2300" b="0" i="0" u="none" strike="noStrike">
                <a:solidFill>
                  <a:srgbClr val="000000"/>
                </a:solidFill>
                <a:ea typeface="Hakgyoansim Chulseokbu TTF B"/>
              </a:rPr>
              <a:t>키워드를</a:t>
            </a:r>
            <a:r>
              <a:rPr lang="en-US" sz="2300" b="0" i="0" u="none" strike="noStrike">
                <a:solidFill>
                  <a:srgbClr val="000000"/>
                </a:solidFill>
                <a:latin typeface="Hakgyoansim Chulseokbu TTF B"/>
              </a:rPr>
              <a:t> </a:t>
            </a:r>
            <a:r>
              <a:rPr lang="ko-KR" sz="2300" b="0" i="0" u="none" strike="noStrike">
                <a:solidFill>
                  <a:srgbClr val="000000"/>
                </a:solidFill>
                <a:ea typeface="Hakgyoansim Chulseokbu TTF B"/>
              </a:rPr>
              <a:t>입력해주세요</a:t>
            </a:r>
            <a:r>
              <a:rPr lang="en-US" sz="2300" b="0" i="0" u="none" strike="noStrike">
                <a:solidFill>
                  <a:srgbClr val="000000"/>
                </a:solidFill>
                <a:latin typeface="Hakgyoansim Chulseokbu TTF B"/>
              </a:rPr>
              <a:t>.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6743700" y="8801100"/>
            <a:ext cx="4813300" cy="711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24499"/>
              </a:lnSpc>
            </a:pPr>
            <a:r>
              <a:rPr lang="ko-KR" sz="1900" b="0" i="0" u="none" strike="noStrike">
                <a:solidFill>
                  <a:srgbClr val="000000"/>
                </a:solidFill>
                <a:ea typeface="Pretendard Light"/>
              </a:rPr>
              <a:t>주제에</a:t>
            </a:r>
            <a:r>
              <a:rPr lang="en-US" sz="1900" b="0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900" b="0" i="0" u="none" strike="noStrike">
                <a:solidFill>
                  <a:srgbClr val="000000"/>
                </a:solidFill>
                <a:ea typeface="Pretendard Light"/>
              </a:rPr>
              <a:t>대한</a:t>
            </a:r>
            <a:r>
              <a:rPr lang="en-US" sz="1900" b="0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900" b="0" i="0" u="none" strike="noStrike">
                <a:solidFill>
                  <a:srgbClr val="000000"/>
                </a:solidFill>
                <a:ea typeface="Pretendard Light"/>
              </a:rPr>
              <a:t>내용을</a:t>
            </a:r>
            <a:r>
              <a:rPr lang="en-US" sz="1900" b="0" i="0" u="none" strike="noStrike">
                <a:solidFill>
                  <a:srgbClr val="000000"/>
                </a:solidFill>
                <a:latin typeface="Pretendard Light"/>
              </a:rPr>
              <a:t> </a:t>
            </a:r>
            <a:r>
              <a:rPr lang="ko-KR" sz="1900" b="0" i="0" u="none" strike="noStrike">
                <a:solidFill>
                  <a:srgbClr val="000000"/>
                </a:solidFill>
                <a:ea typeface="Pretendard Light"/>
              </a:rPr>
              <a:t>간략하게</a:t>
            </a:r>
            <a:r>
              <a:rPr lang="en-US" sz="1900" b="0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900" b="0" i="0" u="none" strike="noStrike">
                <a:solidFill>
                  <a:srgbClr val="000000"/>
                </a:solidFill>
                <a:ea typeface="Pretendard Light"/>
              </a:rPr>
              <a:t>입력해주세요</a:t>
            </a:r>
            <a:r>
              <a:rPr lang="en-US" sz="1900" b="0" i="0" u="none" strike="noStrike">
                <a:solidFill>
                  <a:srgbClr val="000000"/>
                </a:solidFill>
                <a:latin typeface="Pretendard Light"/>
              </a:rPr>
              <a:t>.</a:t>
            </a:r>
          </a:p>
          <a:p>
            <a:pPr lvl="0" algn="ctr">
              <a:lnSpc>
                <a:spcPct val="124499"/>
              </a:lnSpc>
            </a:pPr>
            <a:r>
              <a:rPr lang="ko-KR" sz="1900" b="0" i="0" u="none" strike="noStrike">
                <a:solidFill>
                  <a:srgbClr val="000000"/>
                </a:solidFill>
                <a:ea typeface="Pretendard Light"/>
              </a:rPr>
              <a:t>이미지에서</a:t>
            </a:r>
            <a:r>
              <a:rPr lang="en-US" sz="1900" b="0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900" b="0" i="0" u="none" strike="noStrike">
                <a:solidFill>
                  <a:srgbClr val="000000"/>
                </a:solidFill>
                <a:ea typeface="Pretendard Light"/>
              </a:rPr>
              <a:t>말하고자하는</a:t>
            </a:r>
            <a:r>
              <a:rPr lang="en-US" sz="1900" b="0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900" b="0" i="0" u="none" strike="noStrike">
                <a:solidFill>
                  <a:srgbClr val="000000"/>
                </a:solidFill>
                <a:ea typeface="Pretendard Light"/>
              </a:rPr>
              <a:t>내용을</a:t>
            </a:r>
            <a:r>
              <a:rPr lang="en-US" sz="1900" b="0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900" b="0" i="0" u="none" strike="noStrike">
                <a:solidFill>
                  <a:srgbClr val="000000"/>
                </a:solidFill>
                <a:ea typeface="Pretendard Light"/>
              </a:rPr>
              <a:t>알려주세요</a:t>
            </a:r>
            <a:r>
              <a:rPr lang="en-US" sz="1900" b="0" i="0" u="none" strike="noStrike">
                <a:solidFill>
                  <a:srgbClr val="000000"/>
                </a:solidFill>
                <a:latin typeface="Pretendard Light"/>
              </a:rPr>
              <a:t>. </a:t>
            </a:r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001500" y="3937000"/>
            <a:ext cx="3810000" cy="3810000"/>
          </a:xfrm>
          <a:prstGeom prst="rect">
            <a:avLst/>
          </a:prstGeom>
        </p:spPr>
      </p:pic>
      <p:pic>
        <p:nvPicPr>
          <p:cNvPr id="14" name="Picture 14"/>
          <p:cNvPicPr>
            <a:picLocks noChangeAspect="1"/>
          </p:cNvPicPr>
          <p:nvPr/>
        </p:nvPicPr>
        <p:blipFill>
          <a:blip r:embed="rId8">
            <a:alphaModFix amt="30000"/>
          </a:blip>
          <a:stretch>
            <a:fillRect/>
          </a:stretch>
        </p:blipFill>
        <p:spPr>
          <a:xfrm>
            <a:off x="17018000" y="7531100"/>
            <a:ext cx="571500" cy="571500"/>
          </a:xfrm>
          <a:prstGeom prst="rect">
            <a:avLst/>
          </a:prstGeom>
        </p:spPr>
      </p:pic>
      <p:pic>
        <p:nvPicPr>
          <p:cNvPr id="15" name="Picture 15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388100" y="4229100"/>
            <a:ext cx="457200" cy="457200"/>
          </a:xfrm>
          <a:prstGeom prst="rect">
            <a:avLst/>
          </a:prstGeom>
        </p:spPr>
      </p:pic>
      <p:pic>
        <p:nvPicPr>
          <p:cNvPr id="16" name="Picture 16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184400" y="8648700"/>
            <a:ext cx="4381500" cy="25400"/>
          </a:xfrm>
          <a:prstGeom prst="rect">
            <a:avLst/>
          </a:prstGeom>
        </p:spPr>
      </p:pic>
      <p:pic>
        <p:nvPicPr>
          <p:cNvPr id="17" name="Picture 17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959600" y="8648700"/>
            <a:ext cx="4381500" cy="25400"/>
          </a:xfrm>
          <a:prstGeom prst="rect">
            <a:avLst/>
          </a:prstGeom>
        </p:spPr>
      </p:pic>
      <p:pic>
        <p:nvPicPr>
          <p:cNvPr id="18" name="Picture 18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1722100" y="8648700"/>
            <a:ext cx="4381500" cy="25400"/>
          </a:xfrm>
          <a:prstGeom prst="rect">
            <a:avLst/>
          </a:prstGeom>
        </p:spPr>
      </p:pic>
      <p:sp>
        <p:nvSpPr>
          <p:cNvPr id="19" name="TextBox 19"/>
          <p:cNvSpPr txBox="1"/>
          <p:nvPr/>
        </p:nvSpPr>
        <p:spPr>
          <a:xfrm>
            <a:off x="11645900" y="8077200"/>
            <a:ext cx="4533900" cy="4064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ko-KR" sz="2300" b="0" i="0" u="none" strike="noStrike">
                <a:solidFill>
                  <a:srgbClr val="000000"/>
                </a:solidFill>
                <a:ea typeface="Hakgyoansim Chulseokbu TTF B"/>
              </a:rPr>
              <a:t>핵심</a:t>
            </a:r>
            <a:r>
              <a:rPr lang="en-US" sz="2300" b="0" i="0" u="none" strike="noStrike">
                <a:solidFill>
                  <a:srgbClr val="000000"/>
                </a:solidFill>
                <a:latin typeface="Hakgyoansim Chulseokbu TTF B"/>
              </a:rPr>
              <a:t> </a:t>
            </a:r>
            <a:r>
              <a:rPr lang="ko-KR" sz="2300" b="0" i="0" u="none" strike="noStrike">
                <a:solidFill>
                  <a:srgbClr val="000000"/>
                </a:solidFill>
                <a:ea typeface="Hakgyoansim Chulseokbu TTF B"/>
              </a:rPr>
              <a:t>키워드를</a:t>
            </a:r>
            <a:r>
              <a:rPr lang="en-US" sz="2300" b="0" i="0" u="none" strike="noStrike">
                <a:solidFill>
                  <a:srgbClr val="000000"/>
                </a:solidFill>
                <a:latin typeface="Hakgyoansim Chulseokbu TTF B"/>
              </a:rPr>
              <a:t> </a:t>
            </a:r>
            <a:r>
              <a:rPr lang="ko-KR" sz="2300" b="0" i="0" u="none" strike="noStrike">
                <a:solidFill>
                  <a:srgbClr val="000000"/>
                </a:solidFill>
                <a:ea typeface="Hakgyoansim Chulseokbu TTF B"/>
              </a:rPr>
              <a:t>입력해주세요</a:t>
            </a:r>
            <a:r>
              <a:rPr lang="en-US" sz="2300" b="0" i="0" u="none" strike="noStrike">
                <a:solidFill>
                  <a:srgbClr val="000000"/>
                </a:solidFill>
                <a:latin typeface="Hakgyoansim Chulseokbu TTF B"/>
              </a:rPr>
              <a:t>.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1506200" y="8801100"/>
            <a:ext cx="4813300" cy="711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24499"/>
              </a:lnSpc>
            </a:pPr>
            <a:r>
              <a:rPr lang="ko-KR" sz="1900" b="0" i="0" u="none" strike="noStrike">
                <a:solidFill>
                  <a:srgbClr val="000000"/>
                </a:solidFill>
                <a:ea typeface="Pretendard Light"/>
              </a:rPr>
              <a:t>주제에</a:t>
            </a:r>
            <a:r>
              <a:rPr lang="en-US" sz="1900" b="0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900" b="0" i="0" u="none" strike="noStrike">
                <a:solidFill>
                  <a:srgbClr val="000000"/>
                </a:solidFill>
                <a:ea typeface="Pretendard Light"/>
              </a:rPr>
              <a:t>대한</a:t>
            </a:r>
            <a:r>
              <a:rPr lang="en-US" sz="1900" b="0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900" b="0" i="0" u="none" strike="noStrike">
                <a:solidFill>
                  <a:srgbClr val="000000"/>
                </a:solidFill>
                <a:ea typeface="Pretendard Light"/>
              </a:rPr>
              <a:t>내용을</a:t>
            </a:r>
            <a:r>
              <a:rPr lang="en-US" sz="1900" b="0" i="0" u="none" strike="noStrike">
                <a:solidFill>
                  <a:srgbClr val="000000"/>
                </a:solidFill>
                <a:latin typeface="Pretendard Light"/>
              </a:rPr>
              <a:t> </a:t>
            </a:r>
            <a:r>
              <a:rPr lang="ko-KR" sz="1900" b="0" i="0" u="none" strike="noStrike">
                <a:solidFill>
                  <a:srgbClr val="000000"/>
                </a:solidFill>
                <a:ea typeface="Pretendard Light"/>
              </a:rPr>
              <a:t>간략하게</a:t>
            </a:r>
            <a:r>
              <a:rPr lang="en-US" sz="1900" b="0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900" b="0" i="0" u="none" strike="noStrike">
                <a:solidFill>
                  <a:srgbClr val="000000"/>
                </a:solidFill>
                <a:ea typeface="Pretendard Light"/>
              </a:rPr>
              <a:t>입력해주세요</a:t>
            </a:r>
            <a:r>
              <a:rPr lang="en-US" sz="1900" b="0" i="0" u="none" strike="noStrike">
                <a:solidFill>
                  <a:srgbClr val="000000"/>
                </a:solidFill>
                <a:latin typeface="Pretendard Light"/>
              </a:rPr>
              <a:t>.</a:t>
            </a:r>
          </a:p>
          <a:p>
            <a:pPr lvl="0" algn="ctr">
              <a:lnSpc>
                <a:spcPct val="124499"/>
              </a:lnSpc>
            </a:pPr>
            <a:r>
              <a:rPr lang="ko-KR" sz="1900" b="0" i="0" u="none" strike="noStrike">
                <a:solidFill>
                  <a:srgbClr val="000000"/>
                </a:solidFill>
                <a:ea typeface="Pretendard Light"/>
              </a:rPr>
              <a:t>이미지에서</a:t>
            </a:r>
            <a:r>
              <a:rPr lang="en-US" sz="1900" b="0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900" b="0" i="0" u="none" strike="noStrike">
                <a:solidFill>
                  <a:srgbClr val="000000"/>
                </a:solidFill>
                <a:ea typeface="Pretendard Light"/>
              </a:rPr>
              <a:t>말하고자하는</a:t>
            </a:r>
            <a:r>
              <a:rPr lang="en-US" sz="1900" b="0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900" b="0" i="0" u="none" strike="noStrike">
                <a:solidFill>
                  <a:srgbClr val="000000"/>
                </a:solidFill>
                <a:ea typeface="Pretendard Light"/>
              </a:rPr>
              <a:t>내용을</a:t>
            </a:r>
            <a:r>
              <a:rPr lang="en-US" sz="1900" b="0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900" b="0" i="0" u="none" strike="noStrike">
                <a:solidFill>
                  <a:srgbClr val="000000"/>
                </a:solidFill>
                <a:ea typeface="Pretendard Light"/>
              </a:rPr>
              <a:t>알려주세요</a:t>
            </a:r>
            <a:r>
              <a:rPr lang="en-US" sz="1900" b="0" i="0" u="none" strike="noStrike">
                <a:solidFill>
                  <a:srgbClr val="000000"/>
                </a:solidFill>
                <a:latin typeface="Pretendard Light"/>
              </a:rPr>
              <a:t>. 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7480300" y="1282700"/>
            <a:ext cx="3327400" cy="10668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en-US" sz="6000" b="0" i="0" u="none" strike="noStrike">
                <a:solidFill>
                  <a:srgbClr val="004AB6"/>
                </a:solidFill>
                <a:latin typeface="Pretendard SemiBold"/>
              </a:rPr>
              <a:t>04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4533900" y="2324100"/>
            <a:ext cx="9220200" cy="11938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ko-KR" sz="6700" b="0" i="0" u="none" strike="noStrike">
                <a:solidFill>
                  <a:srgbClr val="201A74"/>
                </a:solidFill>
                <a:ea typeface="Hakgyoansim Chulseokbu TTF B"/>
              </a:rPr>
              <a:t>이미지가</a:t>
            </a:r>
            <a:r>
              <a:rPr lang="en-US" sz="6700" b="0" i="0" u="none" strike="noStrike">
                <a:solidFill>
                  <a:srgbClr val="201A74"/>
                </a:solidFill>
                <a:latin typeface="Hakgyoansim Chulseokbu TTF B"/>
              </a:rPr>
              <a:t> </a:t>
            </a:r>
            <a:r>
              <a:rPr lang="ko-KR" sz="6700" b="0" i="0" u="none" strike="noStrike">
                <a:solidFill>
                  <a:srgbClr val="201A74"/>
                </a:solidFill>
                <a:ea typeface="Hakgyoansim Chulseokbu TTF B"/>
              </a:rPr>
              <a:t>있는</a:t>
            </a:r>
            <a:r>
              <a:rPr lang="en-US" sz="6700" b="0" i="0" u="none" strike="noStrike">
                <a:solidFill>
                  <a:srgbClr val="201A74"/>
                </a:solidFill>
                <a:latin typeface="Hakgyoansim Chulseokbu TTF B"/>
              </a:rPr>
              <a:t> </a:t>
            </a:r>
            <a:r>
              <a:rPr lang="ko-KR" sz="6700" b="0" i="0" u="none" strike="noStrike">
                <a:solidFill>
                  <a:srgbClr val="201A74"/>
                </a:solidFill>
                <a:ea typeface="Hakgyoansim Chulseokbu TTF B"/>
              </a:rPr>
              <a:t>레이아웃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FE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CEBF77F-8385-FB17-5756-BE723B1DE4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D800999A-DA61-C659-FDAC-AF3F4127140F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</a:blip>
          <a:stretch>
            <a:fillRect/>
          </a:stretch>
        </p:blipFill>
        <p:spPr>
          <a:xfrm>
            <a:off x="-165100" y="-12700"/>
            <a:ext cx="4826000" cy="2413000"/>
          </a:xfrm>
          <a:prstGeom prst="rect">
            <a:avLst/>
          </a:prstGeom>
        </p:spPr>
      </p:pic>
      <p:pic>
        <p:nvPicPr>
          <p:cNvPr id="3" name="Picture 3">
            <a:extLst>
              <a:ext uri="{FF2B5EF4-FFF2-40B4-BE49-F238E27FC236}">
                <a16:creationId xmlns:a16="http://schemas.microsoft.com/office/drawing/2014/main" id="{E1AEB87A-7232-2752-9AB1-FDDB55D6A1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65300" y="4216400"/>
            <a:ext cx="14770100" cy="3657600"/>
          </a:xfrm>
          <a:prstGeom prst="rect">
            <a:avLst/>
          </a:prstGeom>
        </p:spPr>
      </p:pic>
      <p:sp>
        <p:nvSpPr>
          <p:cNvPr id="4" name="TextBox 4">
            <a:extLst>
              <a:ext uri="{FF2B5EF4-FFF2-40B4-BE49-F238E27FC236}">
                <a16:creationId xmlns:a16="http://schemas.microsoft.com/office/drawing/2014/main" id="{6933E830-5356-EAAC-AAC5-67DCA1E18F06}"/>
              </a:ext>
            </a:extLst>
          </p:cNvPr>
          <p:cNvSpPr txBox="1"/>
          <p:nvPr/>
        </p:nvSpPr>
        <p:spPr>
          <a:xfrm>
            <a:off x="2286000" y="8305800"/>
            <a:ext cx="2908300" cy="7493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41100"/>
              </a:lnSpc>
            </a:pPr>
            <a:r>
              <a:rPr lang="en-US" sz="1900" b="0" i="0" u="none" strike="noStrike">
                <a:solidFill>
                  <a:srgbClr val="000000"/>
                </a:solidFill>
                <a:ea typeface="Pretendard Light"/>
              </a:rPr>
              <a:t>◦ </a:t>
            </a:r>
            <a:r>
              <a:rPr lang="ko-KR" sz="1900" b="0" i="0" u="none" strike="noStrike">
                <a:solidFill>
                  <a:srgbClr val="000000"/>
                </a:solidFill>
                <a:ea typeface="Pretendard Light"/>
              </a:rPr>
              <a:t>세부</a:t>
            </a:r>
            <a:r>
              <a:rPr lang="en-US" sz="1900" b="0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900" b="0" i="0" u="none" strike="noStrike">
                <a:solidFill>
                  <a:srgbClr val="000000"/>
                </a:solidFill>
                <a:ea typeface="Pretendard Light"/>
              </a:rPr>
              <a:t>내용을</a:t>
            </a:r>
            <a:r>
              <a:rPr lang="en-US" sz="1900" b="0" i="0" u="none" strike="noStrike">
                <a:solidFill>
                  <a:srgbClr val="000000"/>
                </a:solidFill>
                <a:latin typeface="Pretendard Light"/>
              </a:rPr>
              <a:t> </a:t>
            </a:r>
            <a:r>
              <a:rPr lang="ko-KR" sz="1900" b="0" i="0" u="none" strike="noStrike">
                <a:solidFill>
                  <a:srgbClr val="000000"/>
                </a:solidFill>
                <a:ea typeface="Pretendard Light"/>
              </a:rPr>
              <a:t>입력해주세요</a:t>
            </a:r>
            <a:r>
              <a:rPr lang="en-US" sz="1900" b="0" i="0" u="none" strike="noStrike">
                <a:solidFill>
                  <a:srgbClr val="000000"/>
                </a:solidFill>
                <a:latin typeface="Pretendard Light"/>
              </a:rPr>
              <a:t>.</a:t>
            </a:r>
          </a:p>
          <a:p>
            <a:pPr lvl="0" algn="ctr">
              <a:lnSpc>
                <a:spcPct val="141100"/>
              </a:lnSpc>
            </a:pPr>
            <a:r>
              <a:rPr lang="en-US" sz="1900" b="0" i="0" u="none" strike="noStrike">
                <a:solidFill>
                  <a:srgbClr val="000000"/>
                </a:solidFill>
                <a:ea typeface="Pretendard Light"/>
              </a:rPr>
              <a:t>◦ </a:t>
            </a:r>
            <a:r>
              <a:rPr lang="ko-KR" sz="1900" b="0" i="0" u="none" strike="noStrike">
                <a:solidFill>
                  <a:srgbClr val="000000"/>
                </a:solidFill>
                <a:ea typeface="Pretendard Light"/>
              </a:rPr>
              <a:t>세부</a:t>
            </a:r>
            <a:r>
              <a:rPr lang="en-US" sz="1900" b="0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900" b="0" i="0" u="none" strike="noStrike">
                <a:solidFill>
                  <a:srgbClr val="000000"/>
                </a:solidFill>
                <a:ea typeface="Pretendard Light"/>
              </a:rPr>
              <a:t>내용을</a:t>
            </a:r>
            <a:r>
              <a:rPr lang="en-US" sz="1900" b="0" i="0" u="none" strike="noStrike">
                <a:solidFill>
                  <a:srgbClr val="000000"/>
                </a:solidFill>
                <a:latin typeface="Pretendard Light"/>
              </a:rPr>
              <a:t> </a:t>
            </a:r>
            <a:r>
              <a:rPr lang="ko-KR" sz="1900" b="0" i="0" u="none" strike="noStrike">
                <a:solidFill>
                  <a:srgbClr val="000000"/>
                </a:solidFill>
                <a:ea typeface="Pretendard Light"/>
              </a:rPr>
              <a:t>입력해주세요</a:t>
            </a:r>
            <a:r>
              <a:rPr lang="en-US" sz="1900" b="0" i="0" u="none" strike="noStrike">
                <a:solidFill>
                  <a:srgbClr val="000000"/>
                </a:solidFill>
                <a:latin typeface="Pretendard Light"/>
              </a:rPr>
              <a:t>.</a:t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2C55D810-6CCB-42DA-7C70-7E70970A1A21}"/>
              </a:ext>
            </a:extLst>
          </p:cNvPr>
          <p:cNvSpPr txBox="1"/>
          <p:nvPr/>
        </p:nvSpPr>
        <p:spPr>
          <a:xfrm>
            <a:off x="5892800" y="8305800"/>
            <a:ext cx="2908300" cy="7493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41100"/>
              </a:lnSpc>
            </a:pPr>
            <a:r>
              <a:rPr lang="en-US" sz="1900" b="0" i="0" u="none" strike="noStrike">
                <a:solidFill>
                  <a:srgbClr val="000000"/>
                </a:solidFill>
                <a:ea typeface="Pretendard Light"/>
              </a:rPr>
              <a:t>◦ </a:t>
            </a:r>
            <a:r>
              <a:rPr lang="ko-KR" sz="1900" b="0" i="0" u="none" strike="noStrike">
                <a:solidFill>
                  <a:srgbClr val="000000"/>
                </a:solidFill>
                <a:ea typeface="Pretendard Light"/>
              </a:rPr>
              <a:t>세부</a:t>
            </a:r>
            <a:r>
              <a:rPr lang="en-US" sz="1900" b="0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900" b="0" i="0" u="none" strike="noStrike">
                <a:solidFill>
                  <a:srgbClr val="000000"/>
                </a:solidFill>
                <a:ea typeface="Pretendard Light"/>
              </a:rPr>
              <a:t>내용을</a:t>
            </a:r>
            <a:r>
              <a:rPr lang="en-US" sz="1900" b="0" i="0" u="none" strike="noStrike">
                <a:solidFill>
                  <a:srgbClr val="000000"/>
                </a:solidFill>
                <a:latin typeface="Pretendard Light"/>
              </a:rPr>
              <a:t> </a:t>
            </a:r>
            <a:r>
              <a:rPr lang="ko-KR" sz="1900" b="0" i="0" u="none" strike="noStrike">
                <a:solidFill>
                  <a:srgbClr val="000000"/>
                </a:solidFill>
                <a:ea typeface="Pretendard Light"/>
              </a:rPr>
              <a:t>입력해주세요</a:t>
            </a:r>
            <a:r>
              <a:rPr lang="en-US" sz="1900" b="0" i="0" u="none" strike="noStrike">
                <a:solidFill>
                  <a:srgbClr val="000000"/>
                </a:solidFill>
                <a:latin typeface="Pretendard Light"/>
              </a:rPr>
              <a:t>.</a:t>
            </a:r>
          </a:p>
          <a:p>
            <a:pPr lvl="0" algn="ctr">
              <a:lnSpc>
                <a:spcPct val="141100"/>
              </a:lnSpc>
            </a:pPr>
            <a:r>
              <a:rPr lang="en-US" sz="1900" b="0" i="0" u="none" strike="noStrike">
                <a:solidFill>
                  <a:srgbClr val="000000"/>
                </a:solidFill>
                <a:ea typeface="Pretendard Light"/>
              </a:rPr>
              <a:t>◦ </a:t>
            </a:r>
            <a:r>
              <a:rPr lang="ko-KR" sz="1900" b="0" i="0" u="none" strike="noStrike">
                <a:solidFill>
                  <a:srgbClr val="000000"/>
                </a:solidFill>
                <a:ea typeface="Pretendard Light"/>
              </a:rPr>
              <a:t>세부</a:t>
            </a:r>
            <a:r>
              <a:rPr lang="en-US" sz="1900" b="0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900" b="0" i="0" u="none" strike="noStrike">
                <a:solidFill>
                  <a:srgbClr val="000000"/>
                </a:solidFill>
                <a:ea typeface="Pretendard Light"/>
              </a:rPr>
              <a:t>내용을</a:t>
            </a:r>
            <a:r>
              <a:rPr lang="en-US" sz="1900" b="0" i="0" u="none" strike="noStrike">
                <a:solidFill>
                  <a:srgbClr val="000000"/>
                </a:solidFill>
                <a:latin typeface="Pretendard Light"/>
              </a:rPr>
              <a:t> </a:t>
            </a:r>
            <a:r>
              <a:rPr lang="ko-KR" sz="1900" b="0" i="0" u="none" strike="noStrike">
                <a:solidFill>
                  <a:srgbClr val="000000"/>
                </a:solidFill>
                <a:ea typeface="Pretendard Light"/>
              </a:rPr>
              <a:t>입력해주세요</a:t>
            </a:r>
            <a:r>
              <a:rPr lang="en-US" sz="1900" b="0" i="0" u="none" strike="noStrike">
                <a:solidFill>
                  <a:srgbClr val="000000"/>
                </a:solidFill>
                <a:latin typeface="Pretendard Light"/>
              </a:rPr>
              <a:t>.</a:t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88166359-FD4E-525F-002F-C8E95673828A}"/>
              </a:ext>
            </a:extLst>
          </p:cNvPr>
          <p:cNvSpPr txBox="1"/>
          <p:nvPr/>
        </p:nvSpPr>
        <p:spPr>
          <a:xfrm>
            <a:off x="9499600" y="8293100"/>
            <a:ext cx="2908300" cy="7493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41100"/>
              </a:lnSpc>
            </a:pPr>
            <a:r>
              <a:rPr lang="en-US" sz="1900" b="0" i="0" u="none" strike="noStrike">
                <a:solidFill>
                  <a:srgbClr val="000000"/>
                </a:solidFill>
                <a:ea typeface="Pretendard Light"/>
              </a:rPr>
              <a:t>◦ </a:t>
            </a:r>
            <a:r>
              <a:rPr lang="ko-KR" sz="1900" b="0" i="0" u="none" strike="noStrike">
                <a:solidFill>
                  <a:srgbClr val="000000"/>
                </a:solidFill>
                <a:ea typeface="Pretendard Light"/>
              </a:rPr>
              <a:t>세부</a:t>
            </a:r>
            <a:r>
              <a:rPr lang="en-US" sz="1900" b="0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900" b="0" i="0" u="none" strike="noStrike">
                <a:solidFill>
                  <a:srgbClr val="000000"/>
                </a:solidFill>
                <a:ea typeface="Pretendard Light"/>
              </a:rPr>
              <a:t>내용을</a:t>
            </a:r>
            <a:r>
              <a:rPr lang="en-US" sz="1900" b="0" i="0" u="none" strike="noStrike">
                <a:solidFill>
                  <a:srgbClr val="000000"/>
                </a:solidFill>
                <a:latin typeface="Pretendard Light"/>
              </a:rPr>
              <a:t> </a:t>
            </a:r>
            <a:r>
              <a:rPr lang="ko-KR" sz="1900" b="0" i="0" u="none" strike="noStrike">
                <a:solidFill>
                  <a:srgbClr val="000000"/>
                </a:solidFill>
                <a:ea typeface="Pretendard Light"/>
              </a:rPr>
              <a:t>입력해주세요</a:t>
            </a:r>
            <a:r>
              <a:rPr lang="en-US" sz="1900" b="0" i="0" u="none" strike="noStrike">
                <a:solidFill>
                  <a:srgbClr val="000000"/>
                </a:solidFill>
                <a:latin typeface="Pretendard Light"/>
              </a:rPr>
              <a:t>.</a:t>
            </a:r>
          </a:p>
          <a:p>
            <a:pPr lvl="0" algn="ctr">
              <a:lnSpc>
                <a:spcPct val="141100"/>
              </a:lnSpc>
            </a:pPr>
            <a:r>
              <a:rPr lang="en-US" sz="1900" b="0" i="0" u="none" strike="noStrike">
                <a:solidFill>
                  <a:srgbClr val="000000"/>
                </a:solidFill>
                <a:ea typeface="Pretendard Light"/>
              </a:rPr>
              <a:t>◦ </a:t>
            </a:r>
            <a:r>
              <a:rPr lang="ko-KR" sz="1900" b="0" i="0" u="none" strike="noStrike">
                <a:solidFill>
                  <a:srgbClr val="000000"/>
                </a:solidFill>
                <a:ea typeface="Pretendard Light"/>
              </a:rPr>
              <a:t>세부</a:t>
            </a:r>
            <a:r>
              <a:rPr lang="en-US" sz="1900" b="0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900" b="0" i="0" u="none" strike="noStrike">
                <a:solidFill>
                  <a:srgbClr val="000000"/>
                </a:solidFill>
                <a:ea typeface="Pretendard Light"/>
              </a:rPr>
              <a:t>내용을</a:t>
            </a:r>
            <a:r>
              <a:rPr lang="en-US" sz="1900" b="0" i="0" u="none" strike="noStrike">
                <a:solidFill>
                  <a:srgbClr val="000000"/>
                </a:solidFill>
                <a:latin typeface="Pretendard Light"/>
              </a:rPr>
              <a:t> </a:t>
            </a:r>
            <a:r>
              <a:rPr lang="ko-KR" sz="1900" b="0" i="0" u="none" strike="noStrike">
                <a:solidFill>
                  <a:srgbClr val="000000"/>
                </a:solidFill>
                <a:ea typeface="Pretendard Light"/>
              </a:rPr>
              <a:t>입력해주세요</a:t>
            </a:r>
            <a:r>
              <a:rPr lang="en-US" sz="1900" b="0" i="0" u="none" strike="noStrike">
                <a:solidFill>
                  <a:srgbClr val="000000"/>
                </a:solidFill>
                <a:latin typeface="Pretendard Light"/>
              </a:rPr>
              <a:t>.</a:t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20FA7CB7-BA83-D9A4-4EDA-B3BF126486C3}"/>
              </a:ext>
            </a:extLst>
          </p:cNvPr>
          <p:cNvSpPr txBox="1"/>
          <p:nvPr/>
        </p:nvSpPr>
        <p:spPr>
          <a:xfrm>
            <a:off x="13106400" y="8305800"/>
            <a:ext cx="2908300" cy="7493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41100"/>
              </a:lnSpc>
            </a:pPr>
            <a:r>
              <a:rPr lang="en-US" sz="1900" b="0" i="0" u="none" strike="noStrike">
                <a:solidFill>
                  <a:srgbClr val="000000"/>
                </a:solidFill>
                <a:ea typeface="Pretendard Light"/>
              </a:rPr>
              <a:t>◦ </a:t>
            </a:r>
            <a:r>
              <a:rPr lang="ko-KR" sz="1900" b="0" i="0" u="none" strike="noStrike">
                <a:solidFill>
                  <a:srgbClr val="000000"/>
                </a:solidFill>
                <a:ea typeface="Pretendard Light"/>
              </a:rPr>
              <a:t>세부</a:t>
            </a:r>
            <a:r>
              <a:rPr lang="en-US" sz="1900" b="0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900" b="0" i="0" u="none" strike="noStrike">
                <a:solidFill>
                  <a:srgbClr val="000000"/>
                </a:solidFill>
                <a:ea typeface="Pretendard Light"/>
              </a:rPr>
              <a:t>내용을</a:t>
            </a:r>
            <a:r>
              <a:rPr lang="en-US" sz="1900" b="0" i="0" u="none" strike="noStrike">
                <a:solidFill>
                  <a:srgbClr val="000000"/>
                </a:solidFill>
                <a:latin typeface="Pretendard Light"/>
              </a:rPr>
              <a:t> </a:t>
            </a:r>
            <a:r>
              <a:rPr lang="ko-KR" sz="1900" b="0" i="0" u="none" strike="noStrike">
                <a:solidFill>
                  <a:srgbClr val="000000"/>
                </a:solidFill>
                <a:ea typeface="Pretendard Light"/>
              </a:rPr>
              <a:t>입력해주세요</a:t>
            </a:r>
            <a:r>
              <a:rPr lang="en-US" sz="1900" b="0" i="0" u="none" strike="noStrike">
                <a:solidFill>
                  <a:srgbClr val="000000"/>
                </a:solidFill>
                <a:latin typeface="Pretendard Light"/>
              </a:rPr>
              <a:t>.</a:t>
            </a:r>
          </a:p>
          <a:p>
            <a:pPr lvl="0" algn="ctr">
              <a:lnSpc>
                <a:spcPct val="141100"/>
              </a:lnSpc>
            </a:pPr>
            <a:r>
              <a:rPr lang="en-US" sz="1900" b="0" i="0" u="none" strike="noStrike">
                <a:solidFill>
                  <a:srgbClr val="000000"/>
                </a:solidFill>
                <a:ea typeface="Pretendard Light"/>
              </a:rPr>
              <a:t>◦ </a:t>
            </a:r>
            <a:r>
              <a:rPr lang="ko-KR" sz="1900" b="0" i="0" u="none" strike="noStrike">
                <a:solidFill>
                  <a:srgbClr val="000000"/>
                </a:solidFill>
                <a:ea typeface="Pretendard Light"/>
              </a:rPr>
              <a:t>세부</a:t>
            </a:r>
            <a:r>
              <a:rPr lang="en-US" sz="1900" b="0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900" b="0" i="0" u="none" strike="noStrike">
                <a:solidFill>
                  <a:srgbClr val="000000"/>
                </a:solidFill>
                <a:ea typeface="Pretendard Light"/>
              </a:rPr>
              <a:t>내용을</a:t>
            </a:r>
            <a:r>
              <a:rPr lang="en-US" sz="1900" b="0" i="0" u="none" strike="noStrike">
                <a:solidFill>
                  <a:srgbClr val="000000"/>
                </a:solidFill>
                <a:latin typeface="Pretendard Light"/>
              </a:rPr>
              <a:t> </a:t>
            </a:r>
            <a:r>
              <a:rPr lang="ko-KR" sz="1900" b="0" i="0" u="none" strike="noStrike">
                <a:solidFill>
                  <a:srgbClr val="000000"/>
                </a:solidFill>
                <a:ea typeface="Pretendard Light"/>
              </a:rPr>
              <a:t>입력해주세요</a:t>
            </a:r>
            <a:r>
              <a:rPr lang="en-US" sz="1900" b="0" i="0" u="none" strike="noStrike">
                <a:solidFill>
                  <a:srgbClr val="000000"/>
                </a:solidFill>
                <a:latin typeface="Pretendard Light"/>
              </a:rPr>
              <a:t>.</a:t>
            </a:r>
          </a:p>
        </p:txBody>
      </p:sp>
      <p:pic>
        <p:nvPicPr>
          <p:cNvPr id="8" name="Picture 8">
            <a:extLst>
              <a:ext uri="{FF2B5EF4-FFF2-40B4-BE49-F238E27FC236}">
                <a16:creationId xmlns:a16="http://schemas.microsoft.com/office/drawing/2014/main" id="{7E9C092E-47C3-F548-9C7E-95E8D852E12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9055100" y="-9055100"/>
            <a:ext cx="241300" cy="18338800"/>
          </a:xfrm>
          <a:prstGeom prst="rect">
            <a:avLst/>
          </a:prstGeom>
        </p:spPr>
      </p:pic>
      <p:pic>
        <p:nvPicPr>
          <p:cNvPr id="9" name="Picture 9">
            <a:extLst>
              <a:ext uri="{FF2B5EF4-FFF2-40B4-BE49-F238E27FC236}">
                <a16:creationId xmlns:a16="http://schemas.microsoft.com/office/drawing/2014/main" id="{27C17E09-D90E-CAE3-26D3-C77EACEE40C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74300" y="5067300"/>
            <a:ext cx="1333500" cy="1333500"/>
          </a:xfrm>
          <a:prstGeom prst="rect">
            <a:avLst/>
          </a:prstGeom>
        </p:spPr>
      </p:pic>
      <p:pic>
        <p:nvPicPr>
          <p:cNvPr id="10" name="Picture 10">
            <a:extLst>
              <a:ext uri="{FF2B5EF4-FFF2-40B4-BE49-F238E27FC236}">
                <a16:creationId xmlns:a16="http://schemas.microsoft.com/office/drawing/2014/main" id="{CAE9D834-58F4-E988-4E5B-9B8F79BBE5B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73400" y="5067300"/>
            <a:ext cx="1333500" cy="1333500"/>
          </a:xfrm>
          <a:prstGeom prst="rect">
            <a:avLst/>
          </a:prstGeom>
        </p:spPr>
      </p:pic>
      <p:pic>
        <p:nvPicPr>
          <p:cNvPr id="11" name="Picture 11">
            <a:extLst>
              <a:ext uri="{FF2B5EF4-FFF2-40B4-BE49-F238E27FC236}">
                <a16:creationId xmlns:a16="http://schemas.microsoft.com/office/drawing/2014/main" id="{775AECB3-2321-71B0-BB16-40D7EF83CF1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881100" y="5067300"/>
            <a:ext cx="1333500" cy="1333500"/>
          </a:xfrm>
          <a:prstGeom prst="rect">
            <a:avLst/>
          </a:prstGeom>
        </p:spPr>
      </p:pic>
      <p:pic>
        <p:nvPicPr>
          <p:cNvPr id="12" name="Picture 12">
            <a:extLst>
              <a:ext uri="{FF2B5EF4-FFF2-40B4-BE49-F238E27FC236}">
                <a16:creationId xmlns:a16="http://schemas.microsoft.com/office/drawing/2014/main" id="{3C6472A1-F17B-4855-80B3-4AE1DDDD71E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80200" y="5067300"/>
            <a:ext cx="1333500" cy="1333500"/>
          </a:xfrm>
          <a:prstGeom prst="rect">
            <a:avLst/>
          </a:prstGeom>
        </p:spPr>
      </p:pic>
      <p:sp>
        <p:nvSpPr>
          <p:cNvPr id="13" name="TextBox 13">
            <a:extLst>
              <a:ext uri="{FF2B5EF4-FFF2-40B4-BE49-F238E27FC236}">
                <a16:creationId xmlns:a16="http://schemas.microsoft.com/office/drawing/2014/main" id="{DF87FAFF-441B-CFA9-BB26-580A869AECDE}"/>
              </a:ext>
            </a:extLst>
          </p:cNvPr>
          <p:cNvSpPr txBox="1"/>
          <p:nvPr/>
        </p:nvSpPr>
        <p:spPr>
          <a:xfrm>
            <a:off x="15595600" y="508000"/>
            <a:ext cx="2273300" cy="2540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r">
              <a:lnSpc>
                <a:spcPct val="124499"/>
              </a:lnSpc>
            </a:pPr>
            <a:r>
              <a:rPr lang="en-US" sz="1400" b="0" i="0" u="none" strike="noStrike" spc="100">
                <a:solidFill>
                  <a:srgbClr val="3B7DDD"/>
                </a:solidFill>
                <a:latin typeface="Pretendard SemiBold"/>
              </a:rPr>
              <a:t>MIRI COMPANY</a:t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6E3E1DE6-1940-94A4-2DDF-E598F1369F0D}"/>
              </a:ext>
            </a:extLst>
          </p:cNvPr>
          <p:cNvSpPr txBox="1"/>
          <p:nvPr/>
        </p:nvSpPr>
        <p:spPr>
          <a:xfrm>
            <a:off x="419100" y="508000"/>
            <a:ext cx="2273300" cy="2540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24499"/>
              </a:lnSpc>
            </a:pPr>
            <a:r>
              <a:rPr lang="en-US" sz="1400" b="0" i="0" u="none" strike="noStrike" spc="100">
                <a:solidFill>
                  <a:srgbClr val="3B7DDD"/>
                </a:solidFill>
                <a:latin typeface="Pretendard SemiBold"/>
              </a:rPr>
              <a:t>PRESENTATION</a:t>
            </a:r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92FE8F8F-49A7-661B-D9B4-F1089B99C0BE}"/>
              </a:ext>
            </a:extLst>
          </p:cNvPr>
          <p:cNvSpPr txBox="1"/>
          <p:nvPr/>
        </p:nvSpPr>
        <p:spPr>
          <a:xfrm>
            <a:off x="2743200" y="6489700"/>
            <a:ext cx="1981200" cy="4318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r>
              <a:rPr lang="ko-KR" sz="2400" b="0" i="0" u="none" strike="noStrike">
                <a:solidFill>
                  <a:srgbClr val="FFFFFF"/>
                </a:solidFill>
                <a:ea typeface="Hakgyoansim Chulseokbu TTF B"/>
              </a:rPr>
              <a:t>첫번째</a:t>
            </a:r>
            <a:r>
              <a:rPr lang="en-US" sz="2400" b="0" i="0" u="none" strike="noStrike">
                <a:solidFill>
                  <a:srgbClr val="FFFFFF"/>
                </a:solidFill>
                <a:latin typeface="Hakgyoansim Chulseokbu TTF B"/>
              </a:rPr>
              <a:t> </a:t>
            </a:r>
            <a:r>
              <a:rPr lang="ko-KR" sz="2400" b="0" i="0" u="none" strike="noStrike">
                <a:solidFill>
                  <a:srgbClr val="FFFFFF"/>
                </a:solidFill>
                <a:ea typeface="Hakgyoansim Chulseokbu TTF B"/>
              </a:rPr>
              <a:t>단계</a:t>
            </a:r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9935D114-27ED-ED97-C3C3-03A3B95AC1E2}"/>
              </a:ext>
            </a:extLst>
          </p:cNvPr>
          <p:cNvSpPr txBox="1"/>
          <p:nvPr/>
        </p:nvSpPr>
        <p:spPr>
          <a:xfrm>
            <a:off x="6350000" y="6502400"/>
            <a:ext cx="1981200" cy="4318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r>
              <a:rPr lang="ko-KR" sz="2400" b="0" i="0" u="none" strike="noStrike">
                <a:solidFill>
                  <a:srgbClr val="FFFFFF"/>
                </a:solidFill>
                <a:ea typeface="Hakgyoansim Chulseokbu TTF B"/>
              </a:rPr>
              <a:t>두번째</a:t>
            </a:r>
            <a:r>
              <a:rPr lang="en-US" sz="2400" b="0" i="0" u="none" strike="noStrike">
                <a:solidFill>
                  <a:srgbClr val="FFFFFF"/>
                </a:solidFill>
                <a:latin typeface="Hakgyoansim Chulseokbu TTF B"/>
              </a:rPr>
              <a:t> </a:t>
            </a:r>
            <a:r>
              <a:rPr lang="ko-KR" sz="2400" b="0" i="0" u="none" strike="noStrike">
                <a:solidFill>
                  <a:srgbClr val="FFFFFF"/>
                </a:solidFill>
                <a:ea typeface="Hakgyoansim Chulseokbu TTF B"/>
              </a:rPr>
              <a:t>단계</a:t>
            </a:r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F06CA918-0444-00AA-30AC-EB3417381309}"/>
              </a:ext>
            </a:extLst>
          </p:cNvPr>
          <p:cNvSpPr txBox="1"/>
          <p:nvPr/>
        </p:nvSpPr>
        <p:spPr>
          <a:xfrm>
            <a:off x="9956800" y="6502400"/>
            <a:ext cx="1981200" cy="4318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r>
              <a:rPr lang="ko-KR" sz="2400" b="0" i="0" u="none" strike="noStrike">
                <a:solidFill>
                  <a:srgbClr val="FFFFFF"/>
                </a:solidFill>
                <a:ea typeface="Hakgyoansim Chulseokbu TTF B"/>
              </a:rPr>
              <a:t>세번째</a:t>
            </a:r>
            <a:r>
              <a:rPr lang="en-US" sz="2400" b="0" i="0" u="none" strike="noStrike">
                <a:solidFill>
                  <a:srgbClr val="FFFFFF"/>
                </a:solidFill>
                <a:latin typeface="Hakgyoansim Chulseokbu TTF B"/>
              </a:rPr>
              <a:t> </a:t>
            </a:r>
            <a:r>
              <a:rPr lang="ko-KR" sz="2400" b="0" i="0" u="none" strike="noStrike">
                <a:solidFill>
                  <a:srgbClr val="FFFFFF"/>
                </a:solidFill>
                <a:ea typeface="Hakgyoansim Chulseokbu TTF B"/>
              </a:rPr>
              <a:t>단계</a:t>
            </a:r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6FE78E1A-8918-A0E4-2C89-0D8FA26BAB02}"/>
              </a:ext>
            </a:extLst>
          </p:cNvPr>
          <p:cNvSpPr txBox="1"/>
          <p:nvPr/>
        </p:nvSpPr>
        <p:spPr>
          <a:xfrm>
            <a:off x="13563600" y="6502400"/>
            <a:ext cx="1981200" cy="4318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r>
              <a:rPr lang="ko-KR" sz="2400" b="0" i="0" u="none" strike="noStrike">
                <a:solidFill>
                  <a:srgbClr val="FFFFFF"/>
                </a:solidFill>
                <a:ea typeface="Hakgyoansim Chulseokbu TTF B"/>
              </a:rPr>
              <a:t>네번째</a:t>
            </a:r>
            <a:r>
              <a:rPr lang="en-US" sz="2400" b="0" i="0" u="none" strike="noStrike">
                <a:solidFill>
                  <a:srgbClr val="FFFFFF"/>
                </a:solidFill>
                <a:latin typeface="Hakgyoansim Chulseokbu TTF B"/>
              </a:rPr>
              <a:t> </a:t>
            </a:r>
            <a:r>
              <a:rPr lang="ko-KR" sz="2400" b="0" i="0" u="none" strike="noStrike">
                <a:solidFill>
                  <a:srgbClr val="FFFFFF"/>
                </a:solidFill>
                <a:ea typeface="Hakgyoansim Chulseokbu TTF B"/>
              </a:rPr>
              <a:t>단계</a:t>
            </a:r>
          </a:p>
        </p:txBody>
      </p:sp>
      <p:pic>
        <p:nvPicPr>
          <p:cNvPr id="19" name="Picture 19">
            <a:extLst>
              <a:ext uri="{FF2B5EF4-FFF2-40B4-BE49-F238E27FC236}">
                <a16:creationId xmlns:a16="http://schemas.microsoft.com/office/drawing/2014/main" id="{152ECF42-5F04-B82E-782E-0ED11BC93FD3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308600" y="5854700"/>
            <a:ext cx="457200" cy="88900"/>
          </a:xfrm>
          <a:prstGeom prst="rect">
            <a:avLst/>
          </a:prstGeom>
        </p:spPr>
      </p:pic>
      <p:pic>
        <p:nvPicPr>
          <p:cNvPr id="20" name="Picture 20">
            <a:extLst>
              <a:ext uri="{FF2B5EF4-FFF2-40B4-BE49-F238E27FC236}">
                <a16:creationId xmlns:a16="http://schemas.microsoft.com/office/drawing/2014/main" id="{502048D2-B7C0-345E-9F64-BF63ED8FD46D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915400" y="5854700"/>
            <a:ext cx="457200" cy="88900"/>
          </a:xfrm>
          <a:prstGeom prst="rect">
            <a:avLst/>
          </a:prstGeom>
        </p:spPr>
      </p:pic>
      <p:pic>
        <p:nvPicPr>
          <p:cNvPr id="21" name="Picture 21">
            <a:extLst>
              <a:ext uri="{FF2B5EF4-FFF2-40B4-BE49-F238E27FC236}">
                <a16:creationId xmlns:a16="http://schemas.microsoft.com/office/drawing/2014/main" id="{87E99257-D315-8CE9-53D0-C19622D17AA4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2522200" y="5854700"/>
            <a:ext cx="457200" cy="88900"/>
          </a:xfrm>
          <a:prstGeom prst="rect">
            <a:avLst/>
          </a:prstGeom>
        </p:spPr>
      </p:pic>
      <p:pic>
        <p:nvPicPr>
          <p:cNvPr id="22" name="Picture 22">
            <a:extLst>
              <a:ext uri="{FF2B5EF4-FFF2-40B4-BE49-F238E27FC236}">
                <a16:creationId xmlns:a16="http://schemas.microsoft.com/office/drawing/2014/main" id="{9FB02337-A43C-B478-5BF5-565DDCD4A678}"/>
              </a:ext>
            </a:extLst>
          </p:cNvPr>
          <p:cNvPicPr>
            <a:picLocks noChangeAspect="1"/>
          </p:cNvPicPr>
          <p:nvPr/>
        </p:nvPicPr>
        <p:blipFill>
          <a:blip r:embed="rId10">
            <a:alphaModFix amt="30000"/>
          </a:blip>
          <a:stretch>
            <a:fillRect/>
          </a:stretch>
        </p:blipFill>
        <p:spPr>
          <a:xfrm>
            <a:off x="16535400" y="4216400"/>
            <a:ext cx="838200" cy="838200"/>
          </a:xfrm>
          <a:prstGeom prst="rect">
            <a:avLst/>
          </a:prstGeom>
        </p:spPr>
      </p:pic>
      <p:pic>
        <p:nvPicPr>
          <p:cNvPr id="23" name="Picture 23">
            <a:extLst>
              <a:ext uri="{FF2B5EF4-FFF2-40B4-BE49-F238E27FC236}">
                <a16:creationId xmlns:a16="http://schemas.microsoft.com/office/drawing/2014/main" id="{1D22C30E-E5F1-E94F-3287-554462A2B80B}"/>
              </a:ext>
            </a:extLst>
          </p:cNvPr>
          <p:cNvPicPr>
            <a:picLocks noChangeAspect="1"/>
          </p:cNvPicPr>
          <p:nvPr/>
        </p:nvPicPr>
        <p:blipFill>
          <a:blip r:embed="rId11">
            <a:alphaModFix amt="65000"/>
          </a:blip>
          <a:stretch>
            <a:fillRect/>
          </a:stretch>
        </p:blipFill>
        <p:spPr>
          <a:xfrm>
            <a:off x="16967200" y="3390900"/>
            <a:ext cx="393700" cy="393700"/>
          </a:xfrm>
          <a:prstGeom prst="rect">
            <a:avLst/>
          </a:prstGeom>
        </p:spPr>
      </p:pic>
      <p:sp>
        <p:nvSpPr>
          <p:cNvPr id="24" name="TextBox 24">
            <a:extLst>
              <a:ext uri="{FF2B5EF4-FFF2-40B4-BE49-F238E27FC236}">
                <a16:creationId xmlns:a16="http://schemas.microsoft.com/office/drawing/2014/main" id="{67EF03B9-3DC0-ED87-D14B-A09EB352F199}"/>
              </a:ext>
            </a:extLst>
          </p:cNvPr>
          <p:cNvSpPr txBox="1"/>
          <p:nvPr/>
        </p:nvSpPr>
        <p:spPr>
          <a:xfrm>
            <a:off x="7480300" y="1282700"/>
            <a:ext cx="3327400" cy="10668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en-US" sz="6000" b="0" i="0" u="none" strike="noStrike">
                <a:solidFill>
                  <a:srgbClr val="004AB6"/>
                </a:solidFill>
                <a:latin typeface="Pretendard SemiBold"/>
              </a:rPr>
              <a:t>05</a:t>
            </a:r>
          </a:p>
        </p:txBody>
      </p:sp>
      <p:sp>
        <p:nvSpPr>
          <p:cNvPr id="25" name="TextBox 25">
            <a:extLst>
              <a:ext uri="{FF2B5EF4-FFF2-40B4-BE49-F238E27FC236}">
                <a16:creationId xmlns:a16="http://schemas.microsoft.com/office/drawing/2014/main" id="{F72DB16A-F23B-FCC8-9DA9-11DDCCAF418F}"/>
              </a:ext>
            </a:extLst>
          </p:cNvPr>
          <p:cNvSpPr txBox="1"/>
          <p:nvPr/>
        </p:nvSpPr>
        <p:spPr>
          <a:xfrm>
            <a:off x="3162300" y="2387600"/>
            <a:ext cx="11976100" cy="11938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ko-KR" sz="6700" b="0" i="0" u="none" strike="noStrike">
                <a:solidFill>
                  <a:srgbClr val="201A74"/>
                </a:solidFill>
                <a:ea typeface="Hakgyoansim Chulseokbu TTF B"/>
              </a:rPr>
              <a:t>프로세스가</a:t>
            </a:r>
            <a:r>
              <a:rPr lang="en-US" sz="6700" b="0" i="0" u="none" strike="noStrike">
                <a:solidFill>
                  <a:srgbClr val="201A74"/>
                </a:solidFill>
                <a:latin typeface="Hakgyoansim Chulseokbu TTF B"/>
              </a:rPr>
              <a:t> </a:t>
            </a:r>
            <a:r>
              <a:rPr lang="ko-KR" sz="6700" b="0" i="0" u="none" strike="noStrike">
                <a:solidFill>
                  <a:srgbClr val="201A74"/>
                </a:solidFill>
                <a:ea typeface="Hakgyoansim Chulseokbu TTF B"/>
              </a:rPr>
              <a:t>있는</a:t>
            </a:r>
            <a:r>
              <a:rPr lang="en-US" sz="6700" b="0" i="0" u="none" strike="noStrike">
                <a:solidFill>
                  <a:srgbClr val="201A74"/>
                </a:solidFill>
                <a:latin typeface="Hakgyoansim Chulseokbu TTF B"/>
              </a:rPr>
              <a:t> </a:t>
            </a:r>
            <a:r>
              <a:rPr lang="ko-KR" sz="6700" b="0" i="0" u="none" strike="noStrike">
                <a:solidFill>
                  <a:srgbClr val="201A74"/>
                </a:solidFill>
                <a:ea typeface="Hakgyoansim Chulseokbu TTF B"/>
              </a:rPr>
              <a:t>레이아웃</a:t>
            </a:r>
          </a:p>
        </p:txBody>
      </p:sp>
    </p:spTree>
    <p:extLst>
      <p:ext uri="{BB962C8B-B14F-4D97-AF65-F5344CB8AC3E}">
        <p14:creationId xmlns:p14="http://schemas.microsoft.com/office/powerpoint/2010/main" val="5056642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463</TotalTime>
  <Words>767</Words>
  <Application>Microsoft Office PowerPoint</Application>
  <PresentationFormat>사용자 지정</PresentationFormat>
  <Paragraphs>236</Paragraphs>
  <Slides>21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10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21</vt:i4>
      </vt:variant>
    </vt:vector>
  </HeadingPairs>
  <TitlesOfParts>
    <vt:vector size="32" baseType="lpstr">
      <vt:lpstr>Pretendard SemiBold</vt:lpstr>
      <vt:lpstr>맑은 고딕</vt:lpstr>
      <vt:lpstr>Arial</vt:lpstr>
      <vt:lpstr>Hakgyoansim Chulseokbu TTF L</vt:lpstr>
      <vt:lpstr>Calibri</vt:lpstr>
      <vt:lpstr>Pretendard Medium</vt:lpstr>
      <vt:lpstr>Wingdings</vt:lpstr>
      <vt:lpstr>Hakgyoansim Chulseokbu TTF B</vt:lpstr>
      <vt:lpstr>Pretendard Light</vt:lpstr>
      <vt:lpstr>Pretendard Bold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Admin</cp:lastModifiedBy>
  <cp:revision>30</cp:revision>
  <dcterms:created xsi:type="dcterms:W3CDTF">2006-08-16T00:00:00Z</dcterms:created>
  <dcterms:modified xsi:type="dcterms:W3CDTF">2025-08-04T08:57:38Z</dcterms:modified>
</cp:coreProperties>
</file>